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1" r:id="rId6"/>
    <p:sldId id="262" r:id="rId7"/>
    <p:sldId id="260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1AC5C9A-2EA0-491B-862E-05098A947950}" v="21" dt="2026-01-14T13:18:21.9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55547" autoAdjust="0"/>
  </p:normalViewPr>
  <p:slideViewPr>
    <p:cSldViewPr snapToGrid="0">
      <p:cViewPr varScale="1">
        <p:scale>
          <a:sx n="49" d="100"/>
          <a:sy n="49" d="100"/>
        </p:scale>
        <p:origin x="1707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ra Milla" userId="066c60c930f0ee7e" providerId="LiveId" clId="{F4F1AB15-4B12-4C7A-A7EC-7648ACBA0A6D}"/>
    <pc:docChg chg="custSel addSld delSld modSld sldOrd">
      <pc:chgData name="Sara Milla" userId="066c60c930f0ee7e" providerId="LiveId" clId="{F4F1AB15-4B12-4C7A-A7EC-7648ACBA0A6D}" dt="2026-01-14T13:21:08.495" v="1738"/>
      <pc:docMkLst>
        <pc:docMk/>
      </pc:docMkLst>
      <pc:sldChg chg="addSp delSp modSp new mod setBg addAnim">
        <pc:chgData name="Sara Milla" userId="066c60c930f0ee7e" providerId="LiveId" clId="{F4F1AB15-4B12-4C7A-A7EC-7648ACBA0A6D}" dt="2026-01-14T12:28:11.622" v="572" actId="113"/>
        <pc:sldMkLst>
          <pc:docMk/>
          <pc:sldMk cId="4067128392" sldId="256"/>
        </pc:sldMkLst>
        <pc:spChg chg="mod">
          <ac:chgData name="Sara Milla" userId="066c60c930f0ee7e" providerId="LiveId" clId="{F4F1AB15-4B12-4C7A-A7EC-7648ACBA0A6D}" dt="2026-01-14T12:28:11.622" v="572" actId="113"/>
          <ac:spMkLst>
            <pc:docMk/>
            <pc:sldMk cId="4067128392" sldId="256"/>
            <ac:spMk id="2" creationId="{E719D4FC-3CF7-F763-0ED1-5B88FF85633C}"/>
          </ac:spMkLst>
        </pc:spChg>
        <pc:spChg chg="mod">
          <ac:chgData name="Sara Milla" userId="066c60c930f0ee7e" providerId="LiveId" clId="{F4F1AB15-4B12-4C7A-A7EC-7648ACBA0A6D}" dt="2026-01-14T12:28:03.556" v="569" actId="26606"/>
          <ac:spMkLst>
            <pc:docMk/>
            <pc:sldMk cId="4067128392" sldId="256"/>
            <ac:spMk id="3" creationId="{C76E87E9-B36C-61DE-38B6-68637B67947F}"/>
          </ac:spMkLst>
        </pc:spChg>
        <pc:spChg chg="add del">
          <ac:chgData name="Sara Milla" userId="066c60c930f0ee7e" providerId="LiveId" clId="{F4F1AB15-4B12-4C7A-A7EC-7648ACBA0A6D}" dt="2026-01-14T12:28:03.556" v="569" actId="26606"/>
          <ac:spMkLst>
            <pc:docMk/>
            <pc:sldMk cId="4067128392" sldId="256"/>
            <ac:spMk id="9" creationId="{3AD630B4-4CCC-7B1D-1803-DAED942D7E50}"/>
          </ac:spMkLst>
        </pc:spChg>
        <pc:spChg chg="add">
          <ac:chgData name="Sara Milla" userId="066c60c930f0ee7e" providerId="LiveId" clId="{F4F1AB15-4B12-4C7A-A7EC-7648ACBA0A6D}" dt="2026-01-14T12:28:03.556" v="569" actId="26606"/>
          <ac:spMkLst>
            <pc:docMk/>
            <pc:sldMk cId="4067128392" sldId="256"/>
            <ac:spMk id="16" creationId="{758048B4-3F65-4EB9-ABA8-099353BE870F}"/>
          </ac:spMkLst>
        </pc:spChg>
        <pc:spChg chg="add">
          <ac:chgData name="Sara Milla" userId="066c60c930f0ee7e" providerId="LiveId" clId="{F4F1AB15-4B12-4C7A-A7EC-7648ACBA0A6D}" dt="2026-01-14T12:28:03.556" v="569" actId="26606"/>
          <ac:spMkLst>
            <pc:docMk/>
            <pc:sldMk cId="4067128392" sldId="256"/>
            <ac:spMk id="18" creationId="{1AE2FDE4-8ECB-4D0B-B871-D4EE526064C4}"/>
          </ac:spMkLst>
        </pc:spChg>
        <pc:grpChg chg="add">
          <ac:chgData name="Sara Milla" userId="066c60c930f0ee7e" providerId="LiveId" clId="{F4F1AB15-4B12-4C7A-A7EC-7648ACBA0A6D}" dt="2026-01-14T12:28:03.556" v="569" actId="26606"/>
          <ac:grpSpMkLst>
            <pc:docMk/>
            <pc:sldMk cId="4067128392" sldId="256"/>
            <ac:grpSpMk id="24" creationId="{18488D89-E3BB-4E60-BF44-5F0BE92E3F13}"/>
          </ac:grpSpMkLst>
        </pc:grpChg>
        <pc:picChg chg="add mod">
          <ac:chgData name="Sara Milla" userId="066c60c930f0ee7e" providerId="LiveId" clId="{F4F1AB15-4B12-4C7A-A7EC-7648ACBA0A6D}" dt="2026-01-14T12:28:03.556" v="569" actId="26606"/>
          <ac:picMkLst>
            <pc:docMk/>
            <pc:sldMk cId="4067128392" sldId="256"/>
            <ac:picMk id="5" creationId="{B317CBF1-24D9-9E1D-AE3F-58F2382DE671}"/>
          </ac:picMkLst>
        </pc:picChg>
        <pc:cxnChg chg="add del">
          <ac:chgData name="Sara Milla" userId="066c60c930f0ee7e" providerId="LiveId" clId="{F4F1AB15-4B12-4C7A-A7EC-7648ACBA0A6D}" dt="2026-01-14T12:28:03.556" v="569" actId="26606"/>
          <ac:cxnSpMkLst>
            <pc:docMk/>
            <pc:sldMk cId="4067128392" sldId="256"/>
            <ac:cxnSpMk id="11" creationId="{49264613-F0F7-08CE-0ADF-98407A64DAE6}"/>
          </ac:cxnSpMkLst>
        </pc:cxnChg>
        <pc:cxnChg chg="add">
          <ac:chgData name="Sara Milla" userId="066c60c930f0ee7e" providerId="LiveId" clId="{F4F1AB15-4B12-4C7A-A7EC-7648ACBA0A6D}" dt="2026-01-14T12:28:03.556" v="569" actId="26606"/>
          <ac:cxnSpMkLst>
            <pc:docMk/>
            <pc:sldMk cId="4067128392" sldId="256"/>
            <ac:cxnSpMk id="20" creationId="{3C86DB23-FEFE-4C3A-88FA-8E855AB1EEBB}"/>
          </ac:cxnSpMkLst>
        </pc:cxnChg>
        <pc:cxnChg chg="add">
          <ac:chgData name="Sara Milla" userId="066c60c930f0ee7e" providerId="LiveId" clId="{F4F1AB15-4B12-4C7A-A7EC-7648ACBA0A6D}" dt="2026-01-14T12:28:03.556" v="569" actId="26606"/>
          <ac:cxnSpMkLst>
            <pc:docMk/>
            <pc:sldMk cId="4067128392" sldId="256"/>
            <ac:cxnSpMk id="22" creationId="{3BB22FAF-4B4F-40B1-97FF-67CD036C89D0}"/>
          </ac:cxnSpMkLst>
        </pc:cxnChg>
      </pc:sldChg>
      <pc:sldChg chg="modSp new del mod">
        <pc:chgData name="Sara Milla" userId="066c60c930f0ee7e" providerId="LiveId" clId="{F4F1AB15-4B12-4C7A-A7EC-7648ACBA0A6D}" dt="2026-01-14T12:20:18.224" v="141" actId="47"/>
        <pc:sldMkLst>
          <pc:docMk/>
          <pc:sldMk cId="63058439" sldId="257"/>
        </pc:sldMkLst>
        <pc:spChg chg="mod">
          <ac:chgData name="Sara Milla" userId="066c60c930f0ee7e" providerId="LiveId" clId="{F4F1AB15-4B12-4C7A-A7EC-7648ACBA0A6D}" dt="2026-01-14T12:19:48.111" v="139" actId="20577"/>
          <ac:spMkLst>
            <pc:docMk/>
            <pc:sldMk cId="63058439" sldId="257"/>
            <ac:spMk id="2" creationId="{4A97EF7C-F0FF-1F1A-0FDF-4B30245C8A74}"/>
          </ac:spMkLst>
        </pc:spChg>
        <pc:spChg chg="mod">
          <ac:chgData name="Sara Milla" userId="066c60c930f0ee7e" providerId="LiveId" clId="{F4F1AB15-4B12-4C7A-A7EC-7648ACBA0A6D}" dt="2026-01-14T12:20:07.938" v="140" actId="113"/>
          <ac:spMkLst>
            <pc:docMk/>
            <pc:sldMk cId="63058439" sldId="257"/>
            <ac:spMk id="3" creationId="{382FBF19-5A44-28B0-185E-D0090EE6ED6D}"/>
          </ac:spMkLst>
        </pc:spChg>
      </pc:sldChg>
      <pc:sldChg chg="addSp delSp modSp new mod">
        <pc:chgData name="Sara Milla" userId="066c60c930f0ee7e" providerId="LiveId" clId="{F4F1AB15-4B12-4C7A-A7EC-7648ACBA0A6D}" dt="2026-01-14T12:26:47.219" v="528" actId="113"/>
        <pc:sldMkLst>
          <pc:docMk/>
          <pc:sldMk cId="2278827070" sldId="257"/>
        </pc:sldMkLst>
        <pc:spChg chg="mod">
          <ac:chgData name="Sara Milla" userId="066c60c930f0ee7e" providerId="LiveId" clId="{F4F1AB15-4B12-4C7A-A7EC-7648ACBA0A6D}" dt="2026-01-14T12:21:06.022" v="165" actId="20577"/>
          <ac:spMkLst>
            <pc:docMk/>
            <pc:sldMk cId="2278827070" sldId="257"/>
            <ac:spMk id="2" creationId="{A0582641-4966-54F7-D219-DDB8F2FA7FB1}"/>
          </ac:spMkLst>
        </pc:spChg>
        <pc:spChg chg="mod">
          <ac:chgData name="Sara Milla" userId="066c60c930f0ee7e" providerId="LiveId" clId="{F4F1AB15-4B12-4C7A-A7EC-7648ACBA0A6D}" dt="2026-01-14T12:26:47.219" v="528" actId="113"/>
          <ac:spMkLst>
            <pc:docMk/>
            <pc:sldMk cId="2278827070" sldId="257"/>
            <ac:spMk id="3" creationId="{C6179DC1-8DB1-CA38-9329-CBF4B37CCBD3}"/>
          </ac:spMkLst>
        </pc:spChg>
        <pc:spChg chg="del">
          <ac:chgData name="Sara Milla" userId="066c60c930f0ee7e" providerId="LiveId" clId="{F4F1AB15-4B12-4C7A-A7EC-7648ACBA0A6D}" dt="2026-01-14T12:24:49.023" v="450" actId="1032"/>
          <ac:spMkLst>
            <pc:docMk/>
            <pc:sldMk cId="2278827070" sldId="257"/>
            <ac:spMk id="4" creationId="{7EB8806A-3F4B-ABAD-398A-32925BB44607}"/>
          </ac:spMkLst>
        </pc:spChg>
        <pc:graphicFrameChg chg="add mod modGraphic">
          <ac:chgData name="Sara Milla" userId="066c60c930f0ee7e" providerId="LiveId" clId="{F4F1AB15-4B12-4C7A-A7EC-7648ACBA0A6D}" dt="2026-01-14T12:26:07.924" v="515" actId="13782"/>
          <ac:graphicFrameMkLst>
            <pc:docMk/>
            <pc:sldMk cId="2278827070" sldId="257"/>
            <ac:graphicFrameMk id="5" creationId="{420C2A33-861A-5AB8-FAB6-2EE35B8107CB}"/>
          </ac:graphicFrameMkLst>
        </pc:graphicFrameChg>
      </pc:sldChg>
      <pc:sldChg chg="addSp delSp modSp new mod">
        <pc:chgData name="Sara Milla" userId="066c60c930f0ee7e" providerId="LiveId" clId="{F4F1AB15-4B12-4C7A-A7EC-7648ACBA0A6D}" dt="2026-01-14T12:40:53.518" v="937" actId="1036"/>
        <pc:sldMkLst>
          <pc:docMk/>
          <pc:sldMk cId="742933904" sldId="258"/>
        </pc:sldMkLst>
        <pc:spChg chg="mod">
          <ac:chgData name="Sara Milla" userId="066c60c930f0ee7e" providerId="LiveId" clId="{F4F1AB15-4B12-4C7A-A7EC-7648ACBA0A6D}" dt="2026-01-14T12:27:15.289" v="564" actId="20577"/>
          <ac:spMkLst>
            <pc:docMk/>
            <pc:sldMk cId="742933904" sldId="258"/>
            <ac:spMk id="2" creationId="{5FF29B79-0E88-4DE9-D8F7-3D41FFE5157D}"/>
          </ac:spMkLst>
        </pc:spChg>
        <pc:spChg chg="mod">
          <ac:chgData name="Sara Milla" userId="066c60c930f0ee7e" providerId="LiveId" clId="{F4F1AB15-4B12-4C7A-A7EC-7648ACBA0A6D}" dt="2026-01-14T12:38:53.122" v="889" actId="20577"/>
          <ac:spMkLst>
            <pc:docMk/>
            <pc:sldMk cId="742933904" sldId="258"/>
            <ac:spMk id="3" creationId="{240617D2-85B7-37DF-5B6B-43FBC91AA31F}"/>
          </ac:spMkLst>
        </pc:spChg>
        <pc:spChg chg="del mod">
          <ac:chgData name="Sara Milla" userId="066c60c930f0ee7e" providerId="LiveId" clId="{F4F1AB15-4B12-4C7A-A7EC-7648ACBA0A6D}" dt="2026-01-14T12:39:35.226" v="891" actId="22"/>
          <ac:spMkLst>
            <pc:docMk/>
            <pc:sldMk cId="742933904" sldId="258"/>
            <ac:spMk id="4" creationId="{0A552254-AF72-D8DD-0078-D83FA4405797}"/>
          </ac:spMkLst>
        </pc:spChg>
        <pc:picChg chg="add mod ord">
          <ac:chgData name="Sara Milla" userId="066c60c930f0ee7e" providerId="LiveId" clId="{F4F1AB15-4B12-4C7A-A7EC-7648ACBA0A6D}" dt="2026-01-14T12:40:53.518" v="937" actId="1036"/>
          <ac:picMkLst>
            <pc:docMk/>
            <pc:sldMk cId="742933904" sldId="258"/>
            <ac:picMk id="6" creationId="{990C7AD9-F2B7-702B-C5B0-45B87A72E608}"/>
          </ac:picMkLst>
        </pc:picChg>
        <pc:picChg chg="add mod">
          <ac:chgData name="Sara Milla" userId="066c60c930f0ee7e" providerId="LiveId" clId="{F4F1AB15-4B12-4C7A-A7EC-7648ACBA0A6D}" dt="2026-01-14T12:40:43.971" v="915" actId="1035"/>
          <ac:picMkLst>
            <pc:docMk/>
            <pc:sldMk cId="742933904" sldId="258"/>
            <ac:picMk id="8" creationId="{25C03CD5-4BDE-7CD5-1D33-6C5A44EEABEB}"/>
          </ac:picMkLst>
        </pc:picChg>
      </pc:sldChg>
      <pc:sldChg chg="addSp delSp modSp new mod modClrScheme chgLayout modNotesTx">
        <pc:chgData name="Sara Milla" userId="066c60c930f0ee7e" providerId="LiveId" clId="{F4F1AB15-4B12-4C7A-A7EC-7648ACBA0A6D}" dt="2026-01-14T13:16:45.836" v="1523" actId="20577"/>
        <pc:sldMkLst>
          <pc:docMk/>
          <pc:sldMk cId="761959663" sldId="259"/>
        </pc:sldMkLst>
        <pc:spChg chg="mod ord">
          <ac:chgData name="Sara Milla" userId="066c60c930f0ee7e" providerId="LiveId" clId="{F4F1AB15-4B12-4C7A-A7EC-7648ACBA0A6D}" dt="2026-01-14T12:43:03.016" v="967" actId="700"/>
          <ac:spMkLst>
            <pc:docMk/>
            <pc:sldMk cId="761959663" sldId="259"/>
            <ac:spMk id="2" creationId="{6F5B28B6-DBCA-0B60-865C-61E41C7F7D55}"/>
          </ac:spMkLst>
        </pc:spChg>
        <pc:spChg chg="mod ord">
          <ac:chgData name="Sara Milla" userId="066c60c930f0ee7e" providerId="LiveId" clId="{F4F1AB15-4B12-4C7A-A7EC-7648ACBA0A6D}" dt="2026-01-14T13:13:30.126" v="1394" actId="20577"/>
          <ac:spMkLst>
            <pc:docMk/>
            <pc:sldMk cId="761959663" sldId="259"/>
            <ac:spMk id="3" creationId="{280E13F0-D02E-3CE8-329F-B4E0A7BF3841}"/>
          </ac:spMkLst>
        </pc:spChg>
        <pc:spChg chg="del">
          <ac:chgData name="Sara Milla" userId="066c60c930f0ee7e" providerId="LiveId" clId="{F4F1AB15-4B12-4C7A-A7EC-7648ACBA0A6D}" dt="2026-01-14T12:43:03.016" v="967" actId="700"/>
          <ac:spMkLst>
            <pc:docMk/>
            <pc:sldMk cId="761959663" sldId="259"/>
            <ac:spMk id="4" creationId="{4D2ED682-3B16-6902-87A9-E94E8A27E6F2}"/>
          </ac:spMkLst>
        </pc:spChg>
        <pc:spChg chg="add">
          <ac:chgData name="Sara Milla" userId="066c60c930f0ee7e" providerId="LiveId" clId="{F4F1AB15-4B12-4C7A-A7EC-7648ACBA0A6D}" dt="2026-01-14T13:12:00.963" v="1374"/>
          <ac:spMkLst>
            <pc:docMk/>
            <pc:sldMk cId="761959663" sldId="259"/>
            <ac:spMk id="5" creationId="{28BE3A46-A730-C8CB-12C5-625F67340647}"/>
          </ac:spMkLst>
        </pc:spChg>
        <pc:spChg chg="add">
          <ac:chgData name="Sara Milla" userId="066c60c930f0ee7e" providerId="LiveId" clId="{F4F1AB15-4B12-4C7A-A7EC-7648ACBA0A6D}" dt="2026-01-14T13:12:05.996" v="1377"/>
          <ac:spMkLst>
            <pc:docMk/>
            <pc:sldMk cId="761959663" sldId="259"/>
            <ac:spMk id="6" creationId="{74E652F4-4F47-0C3B-72FD-3AEAB0890AAD}"/>
          </ac:spMkLst>
        </pc:spChg>
      </pc:sldChg>
      <pc:sldChg chg="new del">
        <pc:chgData name="Sara Milla" userId="066c60c930f0ee7e" providerId="LiveId" clId="{F4F1AB15-4B12-4C7A-A7EC-7648ACBA0A6D}" dt="2026-01-14T12:30:51.469" v="574" actId="47"/>
        <pc:sldMkLst>
          <pc:docMk/>
          <pc:sldMk cId="3781506995" sldId="259"/>
        </pc:sldMkLst>
      </pc:sldChg>
      <pc:sldChg chg="modSp new mod ord">
        <pc:chgData name="Sara Milla" userId="066c60c930f0ee7e" providerId="LiveId" clId="{F4F1AB15-4B12-4C7A-A7EC-7648ACBA0A6D}" dt="2026-01-14T13:21:08.495" v="1738"/>
        <pc:sldMkLst>
          <pc:docMk/>
          <pc:sldMk cId="503200733" sldId="260"/>
        </pc:sldMkLst>
        <pc:spChg chg="mod">
          <ac:chgData name="Sara Milla" userId="066c60c930f0ee7e" providerId="LiveId" clId="{F4F1AB15-4B12-4C7A-A7EC-7648ACBA0A6D}" dt="2026-01-14T13:14:05.223" v="1407" actId="20577"/>
          <ac:spMkLst>
            <pc:docMk/>
            <pc:sldMk cId="503200733" sldId="260"/>
            <ac:spMk id="2" creationId="{25656D23-FD4F-E499-ABCD-2AE337AC7B46}"/>
          </ac:spMkLst>
        </pc:spChg>
      </pc:sldChg>
      <pc:sldChg chg="modSp new mod">
        <pc:chgData name="Sara Milla" userId="066c60c930f0ee7e" providerId="LiveId" clId="{F4F1AB15-4B12-4C7A-A7EC-7648ACBA0A6D}" dt="2026-01-14T13:14:09.931" v="1413" actId="20577"/>
        <pc:sldMkLst>
          <pc:docMk/>
          <pc:sldMk cId="1937129893" sldId="261"/>
        </pc:sldMkLst>
        <pc:spChg chg="mod">
          <ac:chgData name="Sara Milla" userId="066c60c930f0ee7e" providerId="LiveId" clId="{F4F1AB15-4B12-4C7A-A7EC-7648ACBA0A6D}" dt="2026-01-14T13:14:09.931" v="1413" actId="20577"/>
          <ac:spMkLst>
            <pc:docMk/>
            <pc:sldMk cId="1937129893" sldId="261"/>
            <ac:spMk id="2" creationId="{10592F5B-D74E-6F71-391A-4E9AC25D44C2}"/>
          </ac:spMkLst>
        </pc:spChg>
      </pc:sldChg>
      <pc:sldChg chg="modSp new mod">
        <pc:chgData name="Sara Milla" userId="066c60c930f0ee7e" providerId="LiveId" clId="{F4F1AB15-4B12-4C7A-A7EC-7648ACBA0A6D}" dt="2026-01-14T13:14:17.026" v="1421" actId="20577"/>
        <pc:sldMkLst>
          <pc:docMk/>
          <pc:sldMk cId="4071232228" sldId="262"/>
        </pc:sldMkLst>
        <pc:spChg chg="mod">
          <ac:chgData name="Sara Milla" userId="066c60c930f0ee7e" providerId="LiveId" clId="{F4F1AB15-4B12-4C7A-A7EC-7648ACBA0A6D}" dt="2026-01-14T13:14:17.026" v="1421" actId="20577"/>
          <ac:spMkLst>
            <pc:docMk/>
            <pc:sldMk cId="4071232228" sldId="262"/>
            <ac:spMk id="2" creationId="{4E4C7D5F-306B-5BE3-502F-D530DC747F9A}"/>
          </ac:spMkLst>
        </pc:spChg>
      </pc:sldChg>
      <pc:sldChg chg="modSp new mod">
        <pc:chgData name="Sara Milla" userId="066c60c930f0ee7e" providerId="LiveId" clId="{F4F1AB15-4B12-4C7A-A7EC-7648ACBA0A6D}" dt="2026-01-14T13:14:30.834" v="1463" actId="20577"/>
        <pc:sldMkLst>
          <pc:docMk/>
          <pc:sldMk cId="2352599782" sldId="263"/>
        </pc:sldMkLst>
        <pc:spChg chg="mod">
          <ac:chgData name="Sara Milla" userId="066c60c930f0ee7e" providerId="LiveId" clId="{F4F1AB15-4B12-4C7A-A7EC-7648ACBA0A6D}" dt="2026-01-14T13:14:30.834" v="1463" actId="20577"/>
          <ac:spMkLst>
            <pc:docMk/>
            <pc:sldMk cId="2352599782" sldId="263"/>
            <ac:spMk id="2" creationId="{7C476608-C9B5-CFD2-BF95-96AAF0C0F3EF}"/>
          </ac:spMkLst>
        </pc:spChg>
      </pc:sldChg>
      <pc:sldChg chg="modSp new mod">
        <pc:chgData name="Sara Milla" userId="066c60c930f0ee7e" providerId="LiveId" clId="{F4F1AB15-4B12-4C7A-A7EC-7648ACBA0A6D}" dt="2026-01-14T13:17:38.780" v="1543" actId="20577"/>
        <pc:sldMkLst>
          <pc:docMk/>
          <pc:sldMk cId="1148987645" sldId="264"/>
        </pc:sldMkLst>
        <pc:spChg chg="mod">
          <ac:chgData name="Sara Milla" userId="066c60c930f0ee7e" providerId="LiveId" clId="{F4F1AB15-4B12-4C7A-A7EC-7648ACBA0A6D}" dt="2026-01-14T13:17:38.780" v="1543" actId="20577"/>
          <ac:spMkLst>
            <pc:docMk/>
            <pc:sldMk cId="1148987645" sldId="264"/>
            <ac:spMk id="2" creationId="{C3254D78-9B28-FD7C-4604-EC32EB30F658}"/>
          </ac:spMkLst>
        </pc:spChg>
      </pc:sldChg>
      <pc:sldChg chg="addSp delSp modSp new mod">
        <pc:chgData name="Sara Milla" userId="066c60c930f0ee7e" providerId="LiveId" clId="{F4F1AB15-4B12-4C7A-A7EC-7648ACBA0A6D}" dt="2026-01-14T13:19:17.388" v="1692" actId="20577"/>
        <pc:sldMkLst>
          <pc:docMk/>
          <pc:sldMk cId="1168996411" sldId="265"/>
        </pc:sldMkLst>
        <pc:spChg chg="mod">
          <ac:chgData name="Sara Milla" userId="066c60c930f0ee7e" providerId="LiveId" clId="{F4F1AB15-4B12-4C7A-A7EC-7648ACBA0A6D}" dt="2026-01-14T13:17:54.264" v="1554" actId="20577"/>
          <ac:spMkLst>
            <pc:docMk/>
            <pc:sldMk cId="1168996411" sldId="265"/>
            <ac:spMk id="2" creationId="{944200E1-2635-870F-F443-3C547017B867}"/>
          </ac:spMkLst>
        </pc:spChg>
        <pc:spChg chg="add del mod">
          <ac:chgData name="Sara Milla" userId="066c60c930f0ee7e" providerId="LiveId" clId="{F4F1AB15-4B12-4C7A-A7EC-7648ACBA0A6D}" dt="2026-01-14T13:19:17.388" v="1692" actId="20577"/>
          <ac:spMkLst>
            <pc:docMk/>
            <pc:sldMk cId="1168996411" sldId="265"/>
            <ac:spMk id="3" creationId="{4CF95A48-446E-D7E7-5082-A11CB39BF556}"/>
          </ac:spMkLst>
        </pc:spChg>
        <pc:spChg chg="add mod">
          <ac:chgData name="Sara Milla" userId="066c60c930f0ee7e" providerId="LiveId" clId="{F4F1AB15-4B12-4C7A-A7EC-7648ACBA0A6D}" dt="2026-01-14T13:18:21.997" v="1556"/>
          <ac:spMkLst>
            <pc:docMk/>
            <pc:sldMk cId="1168996411" sldId="265"/>
            <ac:spMk id="4" creationId="{B394594E-F7FF-52F3-8875-FAEEFC2713E0}"/>
          </ac:spMkLst>
        </pc:spChg>
      </pc:sldChg>
      <pc:sldChg chg="addSp delSp modSp new mod modClrScheme chgLayout">
        <pc:chgData name="Sara Milla" userId="066c60c930f0ee7e" providerId="LiveId" clId="{F4F1AB15-4B12-4C7A-A7EC-7648ACBA0A6D}" dt="2026-01-14T13:19:58.417" v="1703" actId="20577"/>
        <pc:sldMkLst>
          <pc:docMk/>
          <pc:sldMk cId="1838506366" sldId="266"/>
        </pc:sldMkLst>
        <pc:spChg chg="del mod ord">
          <ac:chgData name="Sara Milla" userId="066c60c930f0ee7e" providerId="LiveId" clId="{F4F1AB15-4B12-4C7A-A7EC-7648ACBA0A6D}" dt="2026-01-14T13:19:54.811" v="1696" actId="700"/>
          <ac:spMkLst>
            <pc:docMk/>
            <pc:sldMk cId="1838506366" sldId="266"/>
            <ac:spMk id="2" creationId="{BFB3D5D6-8BB6-8B58-9C28-59B5891647A5}"/>
          </ac:spMkLst>
        </pc:spChg>
        <pc:spChg chg="del mod ord">
          <ac:chgData name="Sara Milla" userId="066c60c930f0ee7e" providerId="LiveId" clId="{F4F1AB15-4B12-4C7A-A7EC-7648ACBA0A6D}" dt="2026-01-14T13:19:54.811" v="1696" actId="700"/>
          <ac:spMkLst>
            <pc:docMk/>
            <pc:sldMk cId="1838506366" sldId="266"/>
            <ac:spMk id="3" creationId="{3FBA04AF-FE88-1F40-7BF1-C5C5EB6A08EE}"/>
          </ac:spMkLst>
        </pc:spChg>
        <pc:spChg chg="add mod ord">
          <ac:chgData name="Sara Milla" userId="066c60c930f0ee7e" providerId="LiveId" clId="{F4F1AB15-4B12-4C7A-A7EC-7648ACBA0A6D}" dt="2026-01-14T13:19:58.417" v="1703" actId="20577"/>
          <ac:spMkLst>
            <pc:docMk/>
            <pc:sldMk cId="1838506366" sldId="266"/>
            <ac:spMk id="4" creationId="{B7ABD7DE-0ECE-BC87-DCD0-C57565CE6078}"/>
          </ac:spMkLst>
        </pc:spChg>
        <pc:spChg chg="add mod ord">
          <ac:chgData name="Sara Milla" userId="066c60c930f0ee7e" providerId="LiveId" clId="{F4F1AB15-4B12-4C7A-A7EC-7648ACBA0A6D}" dt="2026-01-14T13:19:54.811" v="1696" actId="700"/>
          <ac:spMkLst>
            <pc:docMk/>
            <pc:sldMk cId="1838506366" sldId="266"/>
            <ac:spMk id="5" creationId="{A74627F8-3F47-42F2-EF8E-9F2354A358BE}"/>
          </ac:spMkLst>
        </pc:spChg>
        <pc:spChg chg="add mod ord">
          <ac:chgData name="Sara Milla" userId="066c60c930f0ee7e" providerId="LiveId" clId="{F4F1AB15-4B12-4C7A-A7EC-7648ACBA0A6D}" dt="2026-01-14T13:19:54.811" v="1696" actId="700"/>
          <ac:spMkLst>
            <pc:docMk/>
            <pc:sldMk cId="1838506366" sldId="266"/>
            <ac:spMk id="6" creationId="{BCAFB7C4-B032-0442-2F51-747E7D521190}"/>
          </ac:spMkLst>
        </pc:spChg>
      </pc:sldChg>
      <pc:sldChg chg="modSp new mod">
        <pc:chgData name="Sara Milla" userId="066c60c930f0ee7e" providerId="LiveId" clId="{F4F1AB15-4B12-4C7A-A7EC-7648ACBA0A6D}" dt="2026-01-14T13:20:35.782" v="1736" actId="20577"/>
        <pc:sldMkLst>
          <pc:docMk/>
          <pc:sldMk cId="2810788139" sldId="267"/>
        </pc:sldMkLst>
        <pc:spChg chg="mod">
          <ac:chgData name="Sara Milla" userId="066c60c930f0ee7e" providerId="LiveId" clId="{F4F1AB15-4B12-4C7A-A7EC-7648ACBA0A6D}" dt="2026-01-14T13:20:35.782" v="1736" actId="20577"/>
          <ac:spMkLst>
            <pc:docMk/>
            <pc:sldMk cId="2810788139" sldId="267"/>
            <ac:spMk id="2" creationId="{37F04D9E-4AEB-AF0C-B22D-4D6766388436}"/>
          </ac:spMkLst>
        </pc:spChg>
      </pc:sldChg>
      <pc:sldChg chg="new del">
        <pc:chgData name="Sara Milla" userId="066c60c930f0ee7e" providerId="LiveId" clId="{F4F1AB15-4B12-4C7A-A7EC-7648ACBA0A6D}" dt="2026-01-14T13:19:50.926" v="1695" actId="47"/>
        <pc:sldMkLst>
          <pc:docMk/>
          <pc:sldMk cId="3111836448" sldId="267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5BAD697-C08D-4CF3-A564-5C6F975A082E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F689E73-2053-4B32-A700-999575A014A3}">
      <dgm:prSet phldrT="[Text]" phldr="0"/>
      <dgm:spPr/>
      <dgm:t>
        <a:bodyPr/>
        <a:lstStyle/>
        <a:p>
          <a:r>
            <a:rPr lang="en-US" dirty="0"/>
            <a:t>Raw XMI</a:t>
          </a:r>
        </a:p>
      </dgm:t>
    </dgm:pt>
    <dgm:pt modelId="{7DB6F1E9-C1B2-41E1-A812-EDDA25CCC68D}" type="parTrans" cxnId="{7D3EB510-F5D2-42C3-BE7F-29C7C5912A24}">
      <dgm:prSet/>
      <dgm:spPr/>
      <dgm:t>
        <a:bodyPr/>
        <a:lstStyle/>
        <a:p>
          <a:endParaRPr lang="en-US"/>
        </a:p>
      </dgm:t>
    </dgm:pt>
    <dgm:pt modelId="{ED831C9B-8AAD-4F9A-BB85-119E8A9D5FD9}" type="sibTrans" cxnId="{7D3EB510-F5D2-42C3-BE7F-29C7C5912A24}">
      <dgm:prSet/>
      <dgm:spPr/>
      <dgm:t>
        <a:bodyPr/>
        <a:lstStyle/>
        <a:p>
          <a:endParaRPr lang="en-US"/>
        </a:p>
      </dgm:t>
    </dgm:pt>
    <dgm:pt modelId="{EA9E1EA2-64E0-4B02-A3AF-9598A36FFFDF}">
      <dgm:prSet phldrT="[Text]" phldr="0"/>
      <dgm:spPr/>
      <dgm:t>
        <a:bodyPr/>
        <a:lstStyle/>
        <a:p>
          <a:r>
            <a:rPr lang="en-US" dirty="0"/>
            <a:t>XMI Parser</a:t>
          </a:r>
        </a:p>
      </dgm:t>
    </dgm:pt>
    <dgm:pt modelId="{953019FB-5380-4F83-A3BF-5C82E021F995}" type="parTrans" cxnId="{0AB97A7D-1237-49B7-9812-6E8EF3B2422E}">
      <dgm:prSet/>
      <dgm:spPr/>
      <dgm:t>
        <a:bodyPr/>
        <a:lstStyle/>
        <a:p>
          <a:endParaRPr lang="en-US"/>
        </a:p>
      </dgm:t>
    </dgm:pt>
    <dgm:pt modelId="{AA2B287D-AF03-408A-8350-65F840C08EB0}" type="sibTrans" cxnId="{0AB97A7D-1237-49B7-9812-6E8EF3B2422E}">
      <dgm:prSet/>
      <dgm:spPr/>
      <dgm:t>
        <a:bodyPr/>
        <a:lstStyle/>
        <a:p>
          <a:endParaRPr lang="en-US"/>
        </a:p>
      </dgm:t>
    </dgm:pt>
    <dgm:pt modelId="{C9B2F7B8-7DF6-4C46-AEE4-3A0C87BA3CD5}">
      <dgm:prSet phldrT="[Text]" phldr="0"/>
      <dgm:spPr/>
      <dgm:t>
        <a:bodyPr/>
        <a:lstStyle/>
        <a:p>
          <a:r>
            <a:rPr lang="en-US" dirty="0"/>
            <a:t>Plain Text &amp; List[entity]</a:t>
          </a:r>
        </a:p>
      </dgm:t>
    </dgm:pt>
    <dgm:pt modelId="{994AE1AF-FB51-4B49-BB8D-6575614997AC}" type="parTrans" cxnId="{0B835883-3E2E-4ECF-AF6A-90F623EC99F9}">
      <dgm:prSet/>
      <dgm:spPr/>
      <dgm:t>
        <a:bodyPr/>
        <a:lstStyle/>
        <a:p>
          <a:endParaRPr lang="en-US"/>
        </a:p>
      </dgm:t>
    </dgm:pt>
    <dgm:pt modelId="{42CFBCBF-6EAE-4F30-A3AD-3924A9819540}" type="sibTrans" cxnId="{0B835883-3E2E-4ECF-AF6A-90F623EC99F9}">
      <dgm:prSet/>
      <dgm:spPr/>
      <dgm:t>
        <a:bodyPr/>
        <a:lstStyle/>
        <a:p>
          <a:endParaRPr lang="en-US"/>
        </a:p>
      </dgm:t>
    </dgm:pt>
    <dgm:pt modelId="{E35D8D0B-82AD-42C6-A1A6-64847DFF0498}" type="pres">
      <dgm:prSet presAssocID="{95BAD697-C08D-4CF3-A564-5C6F975A082E}" presName="CompostProcess" presStyleCnt="0">
        <dgm:presLayoutVars>
          <dgm:dir/>
          <dgm:resizeHandles val="exact"/>
        </dgm:presLayoutVars>
      </dgm:prSet>
      <dgm:spPr/>
    </dgm:pt>
    <dgm:pt modelId="{7618528D-5A62-47B0-B8AC-EE8B762D29C6}" type="pres">
      <dgm:prSet presAssocID="{95BAD697-C08D-4CF3-A564-5C6F975A082E}" presName="arrow" presStyleLbl="bgShp" presStyleIdx="0" presStyleCnt="1"/>
      <dgm:spPr/>
    </dgm:pt>
    <dgm:pt modelId="{E72DE278-00F0-471F-9B2F-E009C305BEEF}" type="pres">
      <dgm:prSet presAssocID="{95BAD697-C08D-4CF3-A564-5C6F975A082E}" presName="linearProcess" presStyleCnt="0"/>
      <dgm:spPr/>
    </dgm:pt>
    <dgm:pt modelId="{DDB4DEDE-1475-4A3D-9719-C788E70CDAED}" type="pres">
      <dgm:prSet presAssocID="{FF689E73-2053-4B32-A700-999575A014A3}" presName="textNode" presStyleLbl="node1" presStyleIdx="0" presStyleCnt="3">
        <dgm:presLayoutVars>
          <dgm:bulletEnabled val="1"/>
        </dgm:presLayoutVars>
      </dgm:prSet>
      <dgm:spPr/>
    </dgm:pt>
    <dgm:pt modelId="{C8C59314-DE73-423F-BCB5-430C821A9890}" type="pres">
      <dgm:prSet presAssocID="{ED831C9B-8AAD-4F9A-BB85-119E8A9D5FD9}" presName="sibTrans" presStyleCnt="0"/>
      <dgm:spPr/>
    </dgm:pt>
    <dgm:pt modelId="{B809B7A5-0F3D-46AA-BC4B-B3513DD78943}" type="pres">
      <dgm:prSet presAssocID="{EA9E1EA2-64E0-4B02-A3AF-9598A36FFFDF}" presName="textNode" presStyleLbl="node1" presStyleIdx="1" presStyleCnt="3">
        <dgm:presLayoutVars>
          <dgm:bulletEnabled val="1"/>
        </dgm:presLayoutVars>
      </dgm:prSet>
      <dgm:spPr/>
    </dgm:pt>
    <dgm:pt modelId="{B0A9026A-D469-49EB-8AC8-78ED6A678D77}" type="pres">
      <dgm:prSet presAssocID="{AA2B287D-AF03-408A-8350-65F840C08EB0}" presName="sibTrans" presStyleCnt="0"/>
      <dgm:spPr/>
    </dgm:pt>
    <dgm:pt modelId="{CAD85660-8E35-4958-B2A1-7D35AD09F060}" type="pres">
      <dgm:prSet presAssocID="{C9B2F7B8-7DF6-4C46-AEE4-3A0C87BA3CD5}" presName="textNode" presStyleLbl="node1" presStyleIdx="2" presStyleCnt="3">
        <dgm:presLayoutVars>
          <dgm:bulletEnabled val="1"/>
        </dgm:presLayoutVars>
      </dgm:prSet>
      <dgm:spPr/>
    </dgm:pt>
  </dgm:ptLst>
  <dgm:cxnLst>
    <dgm:cxn modelId="{8160150F-9576-4F21-94B2-D1BFF674159C}" type="presOf" srcId="{EA9E1EA2-64E0-4B02-A3AF-9598A36FFFDF}" destId="{B809B7A5-0F3D-46AA-BC4B-B3513DD78943}" srcOrd="0" destOrd="0" presId="urn:microsoft.com/office/officeart/2005/8/layout/hProcess9"/>
    <dgm:cxn modelId="{7D3EB510-F5D2-42C3-BE7F-29C7C5912A24}" srcId="{95BAD697-C08D-4CF3-A564-5C6F975A082E}" destId="{FF689E73-2053-4B32-A700-999575A014A3}" srcOrd="0" destOrd="0" parTransId="{7DB6F1E9-C1B2-41E1-A812-EDDA25CCC68D}" sibTransId="{ED831C9B-8AAD-4F9A-BB85-119E8A9D5FD9}"/>
    <dgm:cxn modelId="{0AB97A7D-1237-49B7-9812-6E8EF3B2422E}" srcId="{95BAD697-C08D-4CF3-A564-5C6F975A082E}" destId="{EA9E1EA2-64E0-4B02-A3AF-9598A36FFFDF}" srcOrd="1" destOrd="0" parTransId="{953019FB-5380-4F83-A3BF-5C82E021F995}" sibTransId="{AA2B287D-AF03-408A-8350-65F840C08EB0}"/>
    <dgm:cxn modelId="{0B835883-3E2E-4ECF-AF6A-90F623EC99F9}" srcId="{95BAD697-C08D-4CF3-A564-5C6F975A082E}" destId="{C9B2F7B8-7DF6-4C46-AEE4-3A0C87BA3CD5}" srcOrd="2" destOrd="0" parTransId="{994AE1AF-FB51-4B49-BB8D-6575614997AC}" sibTransId="{42CFBCBF-6EAE-4F30-A3AD-3924A9819540}"/>
    <dgm:cxn modelId="{B19894C3-2D4A-441D-A3DF-C250B4B63FC6}" type="presOf" srcId="{C9B2F7B8-7DF6-4C46-AEE4-3A0C87BA3CD5}" destId="{CAD85660-8E35-4958-B2A1-7D35AD09F060}" srcOrd="0" destOrd="0" presId="urn:microsoft.com/office/officeart/2005/8/layout/hProcess9"/>
    <dgm:cxn modelId="{FD94CDCE-A787-41DA-8012-989153AAF586}" type="presOf" srcId="{95BAD697-C08D-4CF3-A564-5C6F975A082E}" destId="{E35D8D0B-82AD-42C6-A1A6-64847DFF0498}" srcOrd="0" destOrd="0" presId="urn:microsoft.com/office/officeart/2005/8/layout/hProcess9"/>
    <dgm:cxn modelId="{49B34BF8-E647-4D5C-B5E0-FB05F83E6292}" type="presOf" srcId="{FF689E73-2053-4B32-A700-999575A014A3}" destId="{DDB4DEDE-1475-4A3D-9719-C788E70CDAED}" srcOrd="0" destOrd="0" presId="urn:microsoft.com/office/officeart/2005/8/layout/hProcess9"/>
    <dgm:cxn modelId="{4A03696E-25BD-4F15-8EFF-769E38E4B3AC}" type="presParOf" srcId="{E35D8D0B-82AD-42C6-A1A6-64847DFF0498}" destId="{7618528D-5A62-47B0-B8AC-EE8B762D29C6}" srcOrd="0" destOrd="0" presId="urn:microsoft.com/office/officeart/2005/8/layout/hProcess9"/>
    <dgm:cxn modelId="{893EB75E-8898-484A-8639-BFCA9C42AAFD}" type="presParOf" srcId="{E35D8D0B-82AD-42C6-A1A6-64847DFF0498}" destId="{E72DE278-00F0-471F-9B2F-E009C305BEEF}" srcOrd="1" destOrd="0" presId="urn:microsoft.com/office/officeart/2005/8/layout/hProcess9"/>
    <dgm:cxn modelId="{32BF9F04-91B2-4590-9977-72D378945CDF}" type="presParOf" srcId="{E72DE278-00F0-471F-9B2F-E009C305BEEF}" destId="{DDB4DEDE-1475-4A3D-9719-C788E70CDAED}" srcOrd="0" destOrd="0" presId="urn:microsoft.com/office/officeart/2005/8/layout/hProcess9"/>
    <dgm:cxn modelId="{5C7E80EA-29D2-4782-AB98-905F3EA55B86}" type="presParOf" srcId="{E72DE278-00F0-471F-9B2F-E009C305BEEF}" destId="{C8C59314-DE73-423F-BCB5-430C821A9890}" srcOrd="1" destOrd="0" presId="urn:microsoft.com/office/officeart/2005/8/layout/hProcess9"/>
    <dgm:cxn modelId="{D0FF2BDE-4570-4E93-ACFB-154E2194A46E}" type="presParOf" srcId="{E72DE278-00F0-471F-9B2F-E009C305BEEF}" destId="{B809B7A5-0F3D-46AA-BC4B-B3513DD78943}" srcOrd="2" destOrd="0" presId="urn:microsoft.com/office/officeart/2005/8/layout/hProcess9"/>
    <dgm:cxn modelId="{F1A9D68A-04BE-4CC3-83F0-6E7F6D431528}" type="presParOf" srcId="{E72DE278-00F0-471F-9B2F-E009C305BEEF}" destId="{B0A9026A-D469-49EB-8AC8-78ED6A678D77}" srcOrd="3" destOrd="0" presId="urn:microsoft.com/office/officeart/2005/8/layout/hProcess9"/>
    <dgm:cxn modelId="{EF8D552E-5712-4482-8AF9-6D5EE06DFDE8}" type="presParOf" srcId="{E72DE278-00F0-471F-9B2F-E009C305BEEF}" destId="{CAD85660-8E35-4958-B2A1-7D35AD09F060}" srcOrd="4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18528D-5A62-47B0-B8AC-EE8B762D29C6}">
      <dsp:nvSpPr>
        <dsp:cNvPr id="0" name=""/>
        <dsp:cNvSpPr/>
      </dsp:nvSpPr>
      <dsp:spPr>
        <a:xfrm>
          <a:off x="388619" y="0"/>
          <a:ext cx="4404360" cy="4351338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DB4DEDE-1475-4A3D-9719-C788E70CDAED}">
      <dsp:nvSpPr>
        <dsp:cNvPr id="0" name=""/>
        <dsp:cNvSpPr/>
      </dsp:nvSpPr>
      <dsp:spPr>
        <a:xfrm>
          <a:off x="5566" y="1305401"/>
          <a:ext cx="1667827" cy="1740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Raw XMI</a:t>
          </a:r>
        </a:p>
      </dsp:txBody>
      <dsp:txXfrm>
        <a:off x="86983" y="1386818"/>
        <a:ext cx="1504993" cy="1577701"/>
      </dsp:txXfrm>
    </dsp:sp>
    <dsp:sp modelId="{B809B7A5-0F3D-46AA-BC4B-B3513DD78943}">
      <dsp:nvSpPr>
        <dsp:cNvPr id="0" name=""/>
        <dsp:cNvSpPr/>
      </dsp:nvSpPr>
      <dsp:spPr>
        <a:xfrm>
          <a:off x="1756886" y="1305401"/>
          <a:ext cx="1667827" cy="1740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XMI Parser</a:t>
          </a:r>
        </a:p>
      </dsp:txBody>
      <dsp:txXfrm>
        <a:off x="1838303" y="1386818"/>
        <a:ext cx="1504993" cy="1577701"/>
      </dsp:txXfrm>
    </dsp:sp>
    <dsp:sp modelId="{CAD85660-8E35-4958-B2A1-7D35AD09F060}">
      <dsp:nvSpPr>
        <dsp:cNvPr id="0" name=""/>
        <dsp:cNvSpPr/>
      </dsp:nvSpPr>
      <dsp:spPr>
        <a:xfrm>
          <a:off x="3508206" y="1305401"/>
          <a:ext cx="1667827" cy="1740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Plain Text &amp; List[entity]</a:t>
          </a:r>
        </a:p>
      </dsp:txBody>
      <dsp:txXfrm>
        <a:off x="3589623" y="1386818"/>
        <a:ext cx="1504993" cy="157770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48ED49-0C8E-493D-9073-2686AA266E1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95E981-1EFA-47B5-8159-159ED2728D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1211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0874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7856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-BERT models typically have a 512-token limit</a:t>
            </a:r>
          </a:p>
          <a:p>
            <a:r>
              <a:rPr lang="en-US" dirty="0"/>
              <a:t>-implemented a </a:t>
            </a:r>
            <a:r>
              <a:rPr lang="en-US" b="0" dirty="0"/>
              <a:t>chunking </a:t>
            </a:r>
            <a:r>
              <a:rPr lang="en-US" dirty="0"/>
              <a:t>process</a:t>
            </a:r>
          </a:p>
          <a:p>
            <a:r>
              <a:rPr lang="en-US" dirty="0"/>
              <a:t>-splits the text into 2000 char blocks with a 100 character overlap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0893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695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2D6A3-CE00-E18F-A9AF-813DAAE81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E25271-CADF-B1C4-36D2-862935AA89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41BCAA-F928-E334-E381-6526E4189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CCEE58-8E63-C1B2-49A0-E62ED0D95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494A96-4ED4-4E39-2CF3-7299617BF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8447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FF710-D805-10A1-0ABD-833B4D6D9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C1D5CD-9F22-9610-07E2-52150BF9D4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22B34B-78B9-B682-41E5-B591B3DA5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3C9EA3-8B95-4155-2D7F-48B6C5C63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2852C9-B9C7-1FF1-0D65-ECCA9107B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2308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A8D81-BB4A-1E6D-0974-00177751DF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7F9D27-D0B4-CFD9-A529-ED971728DC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958B93-84ED-463B-E1D8-742E2F64B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130081-EB95-B762-F0B9-020038D66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39932A-B6E7-C12F-F4F3-EC4C1448C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4962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B13FD-907D-377F-FD19-84CB465C3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6A5DB-1339-B5FF-1A74-F64F901F70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4BC5C8-D0C3-4924-94BC-5D22A3FA31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53CEC2-F776-DCAB-8A2F-A2F86DCDD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6EB719-54EA-2EDD-5B1F-A123C4CBC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0D1519-57DF-2BC2-B7B2-8A1CD00F9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23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DC464-1A50-63B2-0EFD-4C8026ECF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8A0C79-55CE-B11D-3B70-D53304DBF3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C6092D-A639-7BBF-93E6-1761230698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D71DA6-0A13-2796-6DDE-F63EA2B93A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62EE5A-99F6-B9D6-7286-BFDA21099D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EA6CB6-ED2B-FD5B-692C-AE5882264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F6B57F1-EAA4-CE1A-25B9-1001CC857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E593FA4-3D51-69D6-2AE4-B6866567B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6132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D3753-28E8-FECD-B500-362CE6EE7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DB06FC-F918-5D59-A461-2E09CFC0B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FC0D9B-5421-931D-B3E8-F1C182ACC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BDE9F2-7898-F6C5-33DD-EFA3FFE96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6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87EC9B-94F6-6334-B8A8-168B378ED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B5B42C-3810-7CCA-808A-CF5937F2C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8C4B2A-F613-8206-CD92-2C833DF76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0563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CEAD7-A8DB-9B34-209F-F76B1D21D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A8D462-08A2-971D-06FC-AE6C35A6A1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EEC15D-7BBF-813D-5C89-89EE879FC4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B12411-6EAB-0BEE-2F5E-E89FF44FE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D06F07-78BB-3C7B-6949-3C6EF845B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45983-C51B-8869-54BA-F41A4BBEE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307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0F42E-7590-EE13-E6F8-0FBEEB532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91658C7-BA35-0D9E-196C-86649CAD1F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B22F88-EB1D-F7C5-E8C6-8A82C1CC25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FFE57A-5127-55D0-681C-D224201D8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1FF096-750F-812B-1D1E-7E88BFFA6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565321-4EA6-EA87-C929-DA369A3B9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7281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1B73F-8D49-4790-206A-2C732030A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05D97D-FEE6-4DAA-E7E2-D18A16FA09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39045-B26C-24E4-8DD3-A1454B26C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F7A1D0-B330-7FA0-EBBC-36C19F97C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8AF4EA-E392-814D-0345-A9F0929BE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93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CF4EAB-63BF-F5DC-41DD-3FC4B4A39D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9BC217-A319-6289-77A5-D384794551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02AF64-EC2B-C96F-46C9-F8E0F375D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03038E-CF2D-6BBC-C642-714DDCF21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594592-1072-5CE4-E8BE-97BC420E8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4854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E33DAC-9D3C-31F7-CA35-264B439EE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12A1A9-BF88-9C33-D5EC-0FB114DD41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176312-F36E-2AB4-1DCF-892F482A18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5C02C4-59AA-486A-B0DF-96F10EC02CBF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38565D-9B01-B741-3152-1B3E4ACF4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7473CF-DC7C-11B6-EA54-0E6F3951EF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3077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758048B4-3F65-4EB9-ABA8-099353BE87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AE2FDE4-8ECB-4D0B-B871-D4EE52606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utoradiogram on white paper">
            <a:extLst>
              <a:ext uri="{FF2B5EF4-FFF2-40B4-BE49-F238E27FC236}">
                <a16:creationId xmlns:a16="http://schemas.microsoft.com/office/drawing/2014/main" id="{B317CBF1-24D9-9E1D-AE3F-58F2382DE67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bg1">
                <a:tint val="45000"/>
                <a:satMod val="400000"/>
              </a:schemeClr>
            </a:duotone>
            <a:alphaModFix amt="10000"/>
          </a:blip>
          <a:srcRect b="25000"/>
          <a:stretch>
            <a:fillRect/>
          </a:stretch>
        </p:blipFill>
        <p:spPr>
          <a:xfrm>
            <a:off x="20" y="-1"/>
            <a:ext cx="1219198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719D4FC-3CF7-F763-0ED1-5B88FF8563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568" y="1169982"/>
            <a:ext cx="10530318" cy="2736390"/>
          </a:xfrm>
        </p:spPr>
        <p:txBody>
          <a:bodyPr anchor="b">
            <a:normAutofit/>
          </a:bodyPr>
          <a:lstStyle/>
          <a:p>
            <a:pPr algn="l"/>
            <a:r>
              <a:rPr lang="en-US" sz="6200" dirty="0">
                <a:solidFill>
                  <a:schemeClr val="tx2"/>
                </a:solidFill>
              </a:rPr>
              <a:t>Named Entity Recognition for German Legal Documents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6E87E9-B36C-61DE-38B6-68637B6794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2567" y="4067745"/>
            <a:ext cx="10530318" cy="1949813"/>
          </a:xfrm>
        </p:spPr>
        <p:txBody>
          <a:bodyPr anchor="t">
            <a:normAutofit/>
          </a:bodyPr>
          <a:lstStyle/>
          <a:p>
            <a:pPr algn="l"/>
            <a:r>
              <a:rPr lang="en-US" sz="2200">
                <a:solidFill>
                  <a:schemeClr val="tx2"/>
                </a:solidFill>
              </a:rPr>
              <a:t>NLP – Group 18: Sentimental Analysis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C86DB23-FEFE-4C3A-88FA-8E855AB1EE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32568" y="246028"/>
            <a:ext cx="255495" cy="546559"/>
          </a:xfrm>
          <a:prstGeom prst="line">
            <a:avLst/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BB22FAF-4B4F-40B1-97FF-67CD036C8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40441" y="6522756"/>
            <a:ext cx="10717187" cy="0"/>
          </a:xfrm>
          <a:prstGeom prst="line">
            <a:avLst/>
          </a:prstGeom>
          <a:ln w="12700" cap="sq">
            <a:solidFill>
              <a:schemeClr val="tx2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8488D89-E3BB-4E60-BF44-5F0BE92E3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2829917" y="6400800"/>
            <a:ext cx="338328" cy="240175"/>
            <a:chOff x="4089400" y="933450"/>
            <a:chExt cx="338328" cy="341938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98FA7B87-C151-46CF-9E07-DD4FD97175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258564" y="933450"/>
              <a:ext cx="0" cy="341938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99EB480-500C-4A3E-BED3-513B88DB01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089400" y="1104419"/>
              <a:ext cx="338328" cy="0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7128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82641-4966-54F7-D219-DDB8F2FA7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&amp; Dataset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79DC1-8DB1-CA38-9329-CBF4B37CCBD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b="1" dirty="0"/>
              <a:t>Goal</a:t>
            </a:r>
            <a:r>
              <a:rPr lang="en-US" dirty="0"/>
              <a:t>: Extract </a:t>
            </a:r>
            <a:r>
              <a:rPr lang="en-US" b="1" dirty="0"/>
              <a:t>PER</a:t>
            </a:r>
            <a:r>
              <a:rPr lang="en-US" dirty="0"/>
              <a:t> and </a:t>
            </a:r>
            <a:r>
              <a:rPr lang="en-US" b="1" dirty="0"/>
              <a:t>ORG</a:t>
            </a:r>
            <a:r>
              <a:rPr lang="en-US" dirty="0"/>
              <a:t> entities</a:t>
            </a:r>
          </a:p>
          <a:p>
            <a:r>
              <a:rPr lang="en-US" b="1" dirty="0"/>
              <a:t>Dataset</a:t>
            </a:r>
            <a:r>
              <a:rPr lang="en-US" dirty="0"/>
              <a:t>: </a:t>
            </a:r>
            <a:r>
              <a:rPr lang="en-US" dirty="0" err="1"/>
              <a:t>GerParCor</a:t>
            </a:r>
            <a:r>
              <a:rPr lang="en-US" dirty="0"/>
              <a:t> – Austrian Parliamentary Records in XMI format</a:t>
            </a:r>
          </a:p>
          <a:p>
            <a:r>
              <a:rPr lang="en-US" b="1" dirty="0"/>
              <a:t>Preprocessing: </a:t>
            </a:r>
            <a:r>
              <a:rPr lang="en-US" dirty="0"/>
              <a:t>implemented an XMI parser to parse XMI/GZIP, extracting </a:t>
            </a:r>
            <a:r>
              <a:rPr lang="en-US" b="1" dirty="0" err="1"/>
              <a:t>sofaString</a:t>
            </a:r>
            <a:r>
              <a:rPr lang="en-US" dirty="0"/>
              <a:t> and </a:t>
            </a:r>
            <a:r>
              <a:rPr lang="en-US" b="1" dirty="0"/>
              <a:t>ground truth </a:t>
            </a:r>
            <a:r>
              <a:rPr lang="en-US" dirty="0"/>
              <a:t>annotations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20C2A33-861A-5AB8-FAB6-2EE35B8107CB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529436727"/>
              </p:ext>
            </p:extLst>
          </p:nvPr>
        </p:nvGraphicFramePr>
        <p:xfrm>
          <a:off x="6172200" y="1825625"/>
          <a:ext cx="5181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788270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29B79-0E88-4DE9-D8F7-3D41FFE51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0617D2-85B7-37DF-5B6B-43FBC91AA31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ner_pipeline.py allowing easy model swapping</a:t>
            </a:r>
          </a:p>
          <a:p>
            <a:r>
              <a:rPr lang="en-US" dirty="0"/>
              <a:t>All models output a unified Entity data class: </a:t>
            </a:r>
            <a:r>
              <a:rPr lang="en-US" b="1" dirty="0"/>
              <a:t>text, label, start, &amp; end points</a:t>
            </a:r>
          </a:p>
          <a:p>
            <a:r>
              <a:rPr lang="en-US" b="1" dirty="0"/>
              <a:t>Models: </a:t>
            </a:r>
          </a:p>
          <a:p>
            <a:pPr lvl="1"/>
            <a:r>
              <a:rPr lang="en-US" dirty="0"/>
              <a:t>Rule-based</a:t>
            </a:r>
          </a:p>
          <a:p>
            <a:pPr lvl="1"/>
            <a:r>
              <a:rPr lang="en-US" dirty="0" err="1"/>
              <a:t>SpaCy</a:t>
            </a:r>
            <a:r>
              <a:rPr lang="en-US" dirty="0"/>
              <a:t> &amp; </a:t>
            </a:r>
            <a:r>
              <a:rPr lang="en-US" dirty="0" err="1"/>
              <a:t>SpaCy+Rules</a:t>
            </a:r>
            <a:endParaRPr lang="en-US" dirty="0"/>
          </a:p>
          <a:p>
            <a:pPr lvl="1"/>
            <a:r>
              <a:rPr lang="en-US" dirty="0"/>
              <a:t>Flair</a:t>
            </a:r>
          </a:p>
          <a:p>
            <a:pPr lvl="1"/>
            <a:r>
              <a:rPr lang="en-US" dirty="0"/>
              <a:t>BERT &amp; </a:t>
            </a:r>
            <a:r>
              <a:rPr lang="en-US" dirty="0" err="1"/>
              <a:t>distilBERT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90C7AD9-F2B7-702B-C5B0-45B87A72E60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2" y="4192366"/>
            <a:ext cx="5181600" cy="20426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5C03CD5-4BDE-7CD5-1D33-6C5A44EEAB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8106" y="480222"/>
            <a:ext cx="5185694" cy="3504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933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B28B6-DBCA-0B60-865C-61E41C7F7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BERT &amp; </a:t>
            </a:r>
            <a:r>
              <a:rPr lang="en-US" dirty="0" err="1"/>
              <a:t>DistilBERT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0E13F0-D02E-3CE8-329F-B4E0A7BF38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BERT:</a:t>
            </a:r>
            <a:r>
              <a:rPr lang="en-US" dirty="0"/>
              <a:t> Bidirectional Encoder Representations from Transformers</a:t>
            </a:r>
          </a:p>
          <a:p>
            <a:pPr lvl="1"/>
            <a:r>
              <a:rPr lang="en-US" dirty="0"/>
              <a:t> Large (~110M params), high accuracy, but computationally heavy</a:t>
            </a:r>
          </a:p>
          <a:p>
            <a:r>
              <a:rPr lang="en-US" b="1" dirty="0" err="1"/>
              <a:t>DistilBERT</a:t>
            </a:r>
            <a:r>
              <a:rPr lang="en-US" b="1" dirty="0"/>
              <a:t>:</a:t>
            </a:r>
            <a:r>
              <a:rPr lang="en-US" dirty="0"/>
              <a:t> 40% smaller, 60% faster, retains ~97% of performance</a:t>
            </a:r>
          </a:p>
          <a:p>
            <a:pPr lvl="1"/>
            <a:r>
              <a:rPr lang="en-US" dirty="0"/>
              <a:t> Ideal for large corpora</a:t>
            </a:r>
          </a:p>
          <a:p>
            <a:r>
              <a:rPr lang="en-US" dirty="0"/>
              <a:t>Sub-word tokenization handled via Hugging Face Pipeline</a:t>
            </a:r>
          </a:p>
          <a:p>
            <a:r>
              <a:rPr lang="en-US" dirty="0"/>
              <a:t>Uses </a:t>
            </a:r>
            <a:r>
              <a:rPr lang="en-US" dirty="0" err="1"/>
              <a:t>aggregation_strategy</a:t>
            </a:r>
            <a:r>
              <a:rPr lang="en-US" dirty="0"/>
              <a:t>='simple' to merge sub-tokens into coherent entities</a:t>
            </a:r>
          </a:p>
          <a:p>
            <a:r>
              <a:rPr lang="en-US" dirty="0"/>
              <a:t>Uses chunking with overlap (requires offset calculation)</a:t>
            </a:r>
          </a:p>
        </p:txBody>
      </p:sp>
    </p:spTree>
    <p:extLst>
      <p:ext uri="{BB962C8B-B14F-4D97-AF65-F5344CB8AC3E}">
        <p14:creationId xmlns:p14="http://schemas.microsoft.com/office/powerpoint/2010/main" val="7619596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92F5B-D74E-6F71-391A-4E9AC25D4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Flair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EC89D7-DD20-5937-328F-2E0B6C652C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1298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C7D5F-306B-5BE3-502F-D530DC747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SpaCy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6F5C72-7D77-128C-1796-65FCBF78FF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2322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56D23-FD4F-E499-ABCD-2AE337AC7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Rule-Based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57A480-CA9E-C264-7386-B11C48ADCE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2007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76608-C9B5-CFD2-BF95-96AAF0C0F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Manual Annotation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B1C8D7-9530-43B1-AC58-405443BCD7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599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54D78-9B28-FD7C-4604-EC32EB30F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SpaCy</a:t>
            </a:r>
            <a:r>
              <a:rPr lang="en-US" dirty="0"/>
              <a:t> + 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7C41B8-5975-6BB8-1755-D6D2D00064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9876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200E1-2635-870F-F443-3C547017B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95A48-446E-D7E7-5082-A11CB39BF5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Precision, Recall, Macro-F1 Score</a:t>
            </a:r>
          </a:p>
          <a:p>
            <a:r>
              <a:rPr lang="en-US" dirty="0"/>
              <a:t>Exact span matching: an entity is TP if start, end, and label match the ground truth perfectly</a:t>
            </a:r>
          </a:p>
        </p:txBody>
      </p:sp>
    </p:spTree>
    <p:extLst>
      <p:ext uri="{BB962C8B-B14F-4D97-AF65-F5344CB8AC3E}">
        <p14:creationId xmlns:p14="http://schemas.microsoft.com/office/powerpoint/2010/main" val="11689964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7ABD7DE-0ECE-BC87-DCD0-C57565CE6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4627F8-3F47-42F2-EF8E-9F2354A358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AFB7C4-B032-0442-2F51-747E7D52119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5063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04D9E-4AEB-AF0C-B22D-4D6766388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&amp; 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F8DECE-B769-7A64-D5C0-47E404687D3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369F53-CE4C-58AA-1017-11443D297D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7881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108</TotalTime>
  <Words>247</Words>
  <Application>Microsoft Office PowerPoint</Application>
  <PresentationFormat>Widescreen</PresentationFormat>
  <Paragraphs>42</Paragraphs>
  <Slides>12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Named Entity Recognition for German Legal Documents</vt:lpstr>
      <vt:lpstr>Task &amp; Dataset Overview</vt:lpstr>
      <vt:lpstr>Pipeline Architecture</vt:lpstr>
      <vt:lpstr>BERT &amp; DistilBERT</vt:lpstr>
      <vt:lpstr>Flair</vt:lpstr>
      <vt:lpstr>SpaCy</vt:lpstr>
      <vt:lpstr>Rule-Based</vt:lpstr>
      <vt:lpstr>Manual Annotation</vt:lpstr>
      <vt:lpstr>SpaCy + Rules</vt:lpstr>
      <vt:lpstr>Evaluation</vt:lpstr>
      <vt:lpstr>Results</vt:lpstr>
      <vt:lpstr>Conclusion &amp; 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 Milla</dc:creator>
  <cp:lastModifiedBy>Sara Milla</cp:lastModifiedBy>
  <cp:revision>1</cp:revision>
  <dcterms:created xsi:type="dcterms:W3CDTF">2026-01-14T11:32:52Z</dcterms:created>
  <dcterms:modified xsi:type="dcterms:W3CDTF">2026-01-14T13:21:17Z</dcterms:modified>
</cp:coreProperties>
</file>