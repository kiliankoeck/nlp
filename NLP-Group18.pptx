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70" r:id="rId10"/>
    <p:sldId id="265" r:id="rId11"/>
    <p:sldId id="266" r:id="rId12"/>
    <p:sldId id="271" r:id="rId13"/>
    <p:sldId id="267" r:id="rId14"/>
    <p:sldId id="2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AC5C9A-2EA0-491B-862E-05098A947950}" v="67" dt="2026-01-15T16:02:13.6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581" autoAdjust="0"/>
  </p:normalViewPr>
  <p:slideViewPr>
    <p:cSldViewPr snapToGrid="0">
      <p:cViewPr varScale="1">
        <p:scale>
          <a:sx n="68" d="100"/>
          <a:sy n="68" d="100"/>
        </p:scale>
        <p:origin x="98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 Milla" userId="066c60c930f0ee7e" providerId="LiveId" clId="{F4F1AB15-4B12-4C7A-A7EC-7648ACBA0A6D}"/>
    <pc:docChg chg="undo custSel addSld delSld modSld sldOrd">
      <pc:chgData name="Sara Milla" userId="066c60c930f0ee7e" providerId="LiveId" clId="{F4F1AB15-4B12-4C7A-A7EC-7648ACBA0A6D}" dt="2026-01-15T21:10:38.322" v="5500" actId="14100"/>
      <pc:docMkLst>
        <pc:docMk/>
      </pc:docMkLst>
      <pc:sldChg chg="addSp delSp modSp new mod setBg addAnim delDesignElem">
        <pc:chgData name="Sara Milla" userId="066c60c930f0ee7e" providerId="LiveId" clId="{F4F1AB15-4B12-4C7A-A7EC-7648ACBA0A6D}" dt="2026-01-15T15:55:37.930" v="3805"/>
        <pc:sldMkLst>
          <pc:docMk/>
          <pc:sldMk cId="4067128392" sldId="256"/>
        </pc:sldMkLst>
        <pc:spChg chg="mod">
          <ac:chgData name="Sara Milla" userId="066c60c930f0ee7e" providerId="LiveId" clId="{F4F1AB15-4B12-4C7A-A7EC-7648ACBA0A6D}" dt="2026-01-14T12:28:11.622" v="572" actId="113"/>
          <ac:spMkLst>
            <pc:docMk/>
            <pc:sldMk cId="4067128392" sldId="256"/>
            <ac:spMk id="2" creationId="{E719D4FC-3CF7-F763-0ED1-5B88FF85633C}"/>
          </ac:spMkLst>
        </pc:spChg>
        <pc:spChg chg="mod">
          <ac:chgData name="Sara Milla" userId="066c60c930f0ee7e" providerId="LiveId" clId="{F4F1AB15-4B12-4C7A-A7EC-7648ACBA0A6D}" dt="2026-01-14T12:28:03.556" v="569" actId="26606"/>
          <ac:spMkLst>
            <pc:docMk/>
            <pc:sldMk cId="4067128392" sldId="256"/>
            <ac:spMk id="3" creationId="{C76E87E9-B36C-61DE-38B6-68637B67947F}"/>
          </ac:spMkLst>
        </pc:spChg>
        <pc:spChg chg="add del">
          <ac:chgData name="Sara Milla" userId="066c60c930f0ee7e" providerId="LiveId" clId="{F4F1AB15-4B12-4C7A-A7EC-7648ACBA0A6D}" dt="2026-01-14T12:28:03.556" v="569" actId="26606"/>
          <ac:spMkLst>
            <pc:docMk/>
            <pc:sldMk cId="4067128392" sldId="256"/>
            <ac:spMk id="9" creationId="{3AD630B4-4CCC-7B1D-1803-DAED942D7E50}"/>
          </ac:spMkLst>
        </pc:spChg>
        <pc:spChg chg="add del">
          <ac:chgData name="Sara Milla" userId="066c60c930f0ee7e" providerId="LiveId" clId="{F4F1AB15-4B12-4C7A-A7EC-7648ACBA0A6D}" dt="2026-01-15T15:55:37.930" v="3805"/>
          <ac:spMkLst>
            <pc:docMk/>
            <pc:sldMk cId="4067128392" sldId="256"/>
            <ac:spMk id="16" creationId="{758048B4-3F65-4EB9-ABA8-099353BE870F}"/>
          </ac:spMkLst>
        </pc:spChg>
        <pc:spChg chg="add del">
          <ac:chgData name="Sara Milla" userId="066c60c930f0ee7e" providerId="LiveId" clId="{F4F1AB15-4B12-4C7A-A7EC-7648ACBA0A6D}" dt="2026-01-15T15:55:37.930" v="3805"/>
          <ac:spMkLst>
            <pc:docMk/>
            <pc:sldMk cId="4067128392" sldId="256"/>
            <ac:spMk id="18" creationId="{1AE2FDE4-8ECB-4D0B-B871-D4EE526064C4}"/>
          </ac:spMkLst>
        </pc:spChg>
        <pc:grpChg chg="add del">
          <ac:chgData name="Sara Milla" userId="066c60c930f0ee7e" providerId="LiveId" clId="{F4F1AB15-4B12-4C7A-A7EC-7648ACBA0A6D}" dt="2026-01-15T15:55:37.930" v="3805"/>
          <ac:grpSpMkLst>
            <pc:docMk/>
            <pc:sldMk cId="4067128392" sldId="256"/>
            <ac:grpSpMk id="24" creationId="{18488D89-E3BB-4E60-BF44-5F0BE92E3F13}"/>
          </ac:grpSpMkLst>
        </pc:grpChg>
        <pc:picChg chg="add mod">
          <ac:chgData name="Sara Milla" userId="066c60c930f0ee7e" providerId="LiveId" clId="{F4F1AB15-4B12-4C7A-A7EC-7648ACBA0A6D}" dt="2026-01-14T12:28:03.556" v="569" actId="26606"/>
          <ac:picMkLst>
            <pc:docMk/>
            <pc:sldMk cId="4067128392" sldId="256"/>
            <ac:picMk id="5" creationId="{B317CBF1-24D9-9E1D-AE3F-58F2382DE671}"/>
          </ac:picMkLst>
        </pc:picChg>
        <pc:cxnChg chg="add del">
          <ac:chgData name="Sara Milla" userId="066c60c930f0ee7e" providerId="LiveId" clId="{F4F1AB15-4B12-4C7A-A7EC-7648ACBA0A6D}" dt="2026-01-14T12:28:03.556" v="569" actId="26606"/>
          <ac:cxnSpMkLst>
            <pc:docMk/>
            <pc:sldMk cId="4067128392" sldId="256"/>
            <ac:cxnSpMk id="11" creationId="{49264613-F0F7-08CE-0ADF-98407A64DAE6}"/>
          </ac:cxnSpMkLst>
        </pc:cxnChg>
        <pc:cxnChg chg="add del">
          <ac:chgData name="Sara Milla" userId="066c60c930f0ee7e" providerId="LiveId" clId="{F4F1AB15-4B12-4C7A-A7EC-7648ACBA0A6D}" dt="2026-01-15T15:55:37.930" v="3805"/>
          <ac:cxnSpMkLst>
            <pc:docMk/>
            <pc:sldMk cId="4067128392" sldId="256"/>
            <ac:cxnSpMk id="20" creationId="{3C86DB23-FEFE-4C3A-88FA-8E855AB1EEBB}"/>
          </ac:cxnSpMkLst>
        </pc:cxnChg>
        <pc:cxnChg chg="add del">
          <ac:chgData name="Sara Milla" userId="066c60c930f0ee7e" providerId="LiveId" clId="{F4F1AB15-4B12-4C7A-A7EC-7648ACBA0A6D}" dt="2026-01-15T15:55:37.930" v="3805"/>
          <ac:cxnSpMkLst>
            <pc:docMk/>
            <pc:sldMk cId="4067128392" sldId="256"/>
            <ac:cxnSpMk id="22" creationId="{3BB22FAF-4B4F-40B1-97FF-67CD036C89D0}"/>
          </ac:cxnSpMkLst>
        </pc:cxnChg>
      </pc:sldChg>
      <pc:sldChg chg="modSp new del mod">
        <pc:chgData name="Sara Milla" userId="066c60c930f0ee7e" providerId="LiveId" clId="{F4F1AB15-4B12-4C7A-A7EC-7648ACBA0A6D}" dt="2026-01-14T12:20:18.224" v="141" actId="47"/>
        <pc:sldMkLst>
          <pc:docMk/>
          <pc:sldMk cId="63058439" sldId="257"/>
        </pc:sldMkLst>
        <pc:spChg chg="mod">
          <ac:chgData name="Sara Milla" userId="066c60c930f0ee7e" providerId="LiveId" clId="{F4F1AB15-4B12-4C7A-A7EC-7648ACBA0A6D}" dt="2026-01-14T12:19:48.111" v="139" actId="20577"/>
          <ac:spMkLst>
            <pc:docMk/>
            <pc:sldMk cId="63058439" sldId="257"/>
            <ac:spMk id="2" creationId="{4A97EF7C-F0FF-1F1A-0FDF-4B30245C8A74}"/>
          </ac:spMkLst>
        </pc:spChg>
        <pc:spChg chg="mod">
          <ac:chgData name="Sara Milla" userId="066c60c930f0ee7e" providerId="LiveId" clId="{F4F1AB15-4B12-4C7A-A7EC-7648ACBA0A6D}" dt="2026-01-14T12:20:07.938" v="140" actId="113"/>
          <ac:spMkLst>
            <pc:docMk/>
            <pc:sldMk cId="63058439" sldId="257"/>
            <ac:spMk id="3" creationId="{382FBF19-5A44-28B0-185E-D0090EE6ED6D}"/>
          </ac:spMkLst>
        </pc:spChg>
      </pc:sldChg>
      <pc:sldChg chg="addSp delSp modSp new mod modNotesTx">
        <pc:chgData name="Sara Milla" userId="066c60c930f0ee7e" providerId="LiveId" clId="{F4F1AB15-4B12-4C7A-A7EC-7648ACBA0A6D}" dt="2026-01-15T20:41:31.948" v="4573" actId="20577"/>
        <pc:sldMkLst>
          <pc:docMk/>
          <pc:sldMk cId="2278827070" sldId="257"/>
        </pc:sldMkLst>
        <pc:spChg chg="mod">
          <ac:chgData name="Sara Milla" userId="066c60c930f0ee7e" providerId="LiveId" clId="{F4F1AB15-4B12-4C7A-A7EC-7648ACBA0A6D}" dt="2026-01-15T15:55:39.605" v="3806"/>
          <ac:spMkLst>
            <pc:docMk/>
            <pc:sldMk cId="2278827070" sldId="257"/>
            <ac:spMk id="2" creationId="{A0582641-4966-54F7-D219-DDB8F2FA7FB1}"/>
          </ac:spMkLst>
        </pc:spChg>
        <pc:spChg chg="mod">
          <ac:chgData name="Sara Milla" userId="066c60c930f0ee7e" providerId="LiveId" clId="{F4F1AB15-4B12-4C7A-A7EC-7648ACBA0A6D}" dt="2026-01-15T16:08:10.310" v="3888" actId="6549"/>
          <ac:spMkLst>
            <pc:docMk/>
            <pc:sldMk cId="2278827070" sldId="257"/>
            <ac:spMk id="3" creationId="{C6179DC1-8DB1-CA38-9329-CBF4B37CCBD3}"/>
          </ac:spMkLst>
        </pc:spChg>
        <pc:spChg chg="del">
          <ac:chgData name="Sara Milla" userId="066c60c930f0ee7e" providerId="LiveId" clId="{F4F1AB15-4B12-4C7A-A7EC-7648ACBA0A6D}" dt="2026-01-14T12:24:49.023" v="450" actId="1032"/>
          <ac:spMkLst>
            <pc:docMk/>
            <pc:sldMk cId="2278827070" sldId="257"/>
            <ac:spMk id="4" creationId="{7EB8806A-3F4B-ABAD-398A-32925BB44607}"/>
          </ac:spMkLst>
        </pc:spChg>
        <pc:graphicFrameChg chg="add mod modGraphic">
          <ac:chgData name="Sara Milla" userId="066c60c930f0ee7e" providerId="LiveId" clId="{F4F1AB15-4B12-4C7A-A7EC-7648ACBA0A6D}" dt="2026-01-14T12:26:07.924" v="515" actId="13782"/>
          <ac:graphicFrameMkLst>
            <pc:docMk/>
            <pc:sldMk cId="2278827070" sldId="257"/>
            <ac:graphicFrameMk id="5" creationId="{420C2A33-861A-5AB8-FAB6-2EE35B8107CB}"/>
          </ac:graphicFrameMkLst>
        </pc:graphicFrameChg>
      </pc:sldChg>
      <pc:sldChg chg="addSp delSp modSp new mod setBg delDesignElem modNotesTx">
        <pc:chgData name="Sara Milla" userId="066c60c930f0ee7e" providerId="LiveId" clId="{F4F1AB15-4B12-4C7A-A7EC-7648ACBA0A6D}" dt="2026-01-15T21:07:38.045" v="5470" actId="20577"/>
        <pc:sldMkLst>
          <pc:docMk/>
          <pc:sldMk cId="742933904" sldId="258"/>
        </pc:sldMkLst>
        <pc:spChg chg="mod">
          <ac:chgData name="Sara Milla" userId="066c60c930f0ee7e" providerId="LiveId" clId="{F4F1AB15-4B12-4C7A-A7EC-7648ACBA0A6D}" dt="2026-01-15T15:34:48.710" v="3283" actId="26606"/>
          <ac:spMkLst>
            <pc:docMk/>
            <pc:sldMk cId="742933904" sldId="258"/>
            <ac:spMk id="2" creationId="{5FF29B79-0E88-4DE9-D8F7-3D41FFE5157D}"/>
          </ac:spMkLst>
        </pc:spChg>
        <pc:spChg chg="mod">
          <ac:chgData name="Sara Milla" userId="066c60c930f0ee7e" providerId="LiveId" clId="{F4F1AB15-4B12-4C7A-A7EC-7648ACBA0A6D}" dt="2026-01-15T16:08:32.078" v="3895" actId="27636"/>
          <ac:spMkLst>
            <pc:docMk/>
            <pc:sldMk cId="742933904" sldId="258"/>
            <ac:spMk id="3" creationId="{240617D2-85B7-37DF-5B6B-43FBC91AA31F}"/>
          </ac:spMkLst>
        </pc:spChg>
        <pc:spChg chg="del mod">
          <ac:chgData name="Sara Milla" userId="066c60c930f0ee7e" providerId="LiveId" clId="{F4F1AB15-4B12-4C7A-A7EC-7648ACBA0A6D}" dt="2026-01-14T12:39:35.226" v="891" actId="22"/>
          <ac:spMkLst>
            <pc:docMk/>
            <pc:sldMk cId="742933904" sldId="258"/>
            <ac:spMk id="4" creationId="{0A552254-AF72-D8DD-0078-D83FA4405797}"/>
          </ac:spMkLst>
        </pc:spChg>
        <pc:spChg chg="add">
          <ac:chgData name="Sara Milla" userId="066c60c930f0ee7e" providerId="LiveId" clId="{F4F1AB15-4B12-4C7A-A7EC-7648ACBA0A6D}" dt="2026-01-15T16:08:23.505" v="3893" actId="26606"/>
          <ac:spMkLst>
            <pc:docMk/>
            <pc:sldMk cId="742933904" sldId="258"/>
            <ac:spMk id="10" creationId="{149FB5C3-7336-4FE0-A30C-CC0A3646D499}"/>
          </ac:spMkLst>
        </pc:spChg>
        <pc:spChg chg="add del">
          <ac:chgData name="Sara Milla" userId="066c60c930f0ee7e" providerId="LiveId" clId="{F4F1AB15-4B12-4C7A-A7EC-7648ACBA0A6D}" dt="2026-01-15T15:05:03.280" v="2192" actId="26606"/>
          <ac:spMkLst>
            <pc:docMk/>
            <pc:sldMk cId="742933904" sldId="258"/>
            <ac:spMk id="18" creationId="{149FB5C3-7336-4FE0-A30C-CC0A3646D499}"/>
          </ac:spMkLst>
        </pc:spChg>
        <pc:spChg chg="add">
          <ac:chgData name="Sara Milla" userId="066c60c930f0ee7e" providerId="LiveId" clId="{F4F1AB15-4B12-4C7A-A7EC-7648ACBA0A6D}" dt="2026-01-15T16:08:23.505" v="3893" actId="26606"/>
          <ac:spMkLst>
            <pc:docMk/>
            <pc:sldMk cId="742933904" sldId="258"/>
            <ac:spMk id="19" creationId="{0DA909B4-15FF-46A6-8A7F-7AEF977FE9ED}"/>
          </ac:spMkLst>
        </pc:spChg>
        <pc:spChg chg="add">
          <ac:chgData name="Sara Milla" userId="066c60c930f0ee7e" providerId="LiveId" clId="{F4F1AB15-4B12-4C7A-A7EC-7648ACBA0A6D}" dt="2026-01-15T16:08:23.505" v="3893" actId="26606"/>
          <ac:spMkLst>
            <pc:docMk/>
            <pc:sldMk cId="742933904" sldId="258"/>
            <ac:spMk id="21" creationId="{1382A32C-5B0C-4B1C-A074-76C6DBCC9F87}"/>
          </ac:spMkLst>
        </pc:spChg>
        <pc:spChg chg="add del">
          <ac:chgData name="Sara Milla" userId="066c60c930f0ee7e" providerId="LiveId" clId="{F4F1AB15-4B12-4C7A-A7EC-7648ACBA0A6D}" dt="2026-01-15T15:05:03.280" v="2192" actId="26606"/>
          <ac:spMkLst>
            <pc:docMk/>
            <pc:sldMk cId="742933904" sldId="258"/>
            <ac:spMk id="24" creationId="{0DA909B4-15FF-46A6-8A7F-7AEF977FE9ED}"/>
          </ac:spMkLst>
        </pc:spChg>
        <pc:spChg chg="add del">
          <ac:chgData name="Sara Milla" userId="066c60c930f0ee7e" providerId="LiveId" clId="{F4F1AB15-4B12-4C7A-A7EC-7648ACBA0A6D}" dt="2026-01-15T15:05:03.280" v="2192" actId="26606"/>
          <ac:spMkLst>
            <pc:docMk/>
            <pc:sldMk cId="742933904" sldId="258"/>
            <ac:spMk id="26" creationId="{1382A32C-5B0C-4B1C-A074-76C6DBCC9F87}"/>
          </ac:spMkLst>
        </pc:spChg>
        <pc:spChg chg="add del">
          <ac:chgData name="Sara Milla" userId="066c60c930f0ee7e" providerId="LiveId" clId="{F4F1AB15-4B12-4C7A-A7EC-7648ACBA0A6D}" dt="2026-01-15T15:55:37.930" v="3805"/>
          <ac:spMkLst>
            <pc:docMk/>
            <pc:sldMk cId="742933904" sldId="258"/>
            <ac:spMk id="33" creationId="{149FB5C3-7336-4FE0-A30C-CC0A3646D499}"/>
          </ac:spMkLst>
        </pc:spChg>
        <pc:spChg chg="add del">
          <ac:chgData name="Sara Milla" userId="066c60c930f0ee7e" providerId="LiveId" clId="{F4F1AB15-4B12-4C7A-A7EC-7648ACBA0A6D}" dt="2026-01-15T15:55:37.930" v="3805"/>
          <ac:spMkLst>
            <pc:docMk/>
            <pc:sldMk cId="742933904" sldId="258"/>
            <ac:spMk id="39" creationId="{0DA909B4-15FF-46A6-8A7F-7AEF977FE9ED}"/>
          </ac:spMkLst>
        </pc:spChg>
        <pc:spChg chg="add del">
          <ac:chgData name="Sara Milla" userId="066c60c930f0ee7e" providerId="LiveId" clId="{F4F1AB15-4B12-4C7A-A7EC-7648ACBA0A6D}" dt="2026-01-15T15:55:37.930" v="3805"/>
          <ac:spMkLst>
            <pc:docMk/>
            <pc:sldMk cId="742933904" sldId="258"/>
            <ac:spMk id="41" creationId="{1382A32C-5B0C-4B1C-A074-76C6DBCC9F87}"/>
          </ac:spMkLst>
        </pc:spChg>
        <pc:grpChg chg="add">
          <ac:chgData name="Sara Milla" userId="066c60c930f0ee7e" providerId="LiveId" clId="{F4F1AB15-4B12-4C7A-A7EC-7648ACBA0A6D}" dt="2026-01-15T16:08:23.505" v="3893" actId="26606"/>
          <ac:grpSpMkLst>
            <pc:docMk/>
            <pc:sldMk cId="742933904" sldId="258"/>
            <ac:grpSpMk id="15" creationId="{19A6B5CE-CB1D-48EE-8B43-E952235C8371}"/>
          </ac:grpSpMkLst>
        </pc:grpChg>
        <pc:grpChg chg="add del">
          <ac:chgData name="Sara Milla" userId="066c60c930f0ee7e" providerId="LiveId" clId="{F4F1AB15-4B12-4C7A-A7EC-7648ACBA0A6D}" dt="2026-01-15T15:05:03.280" v="2192" actId="26606"/>
          <ac:grpSpMkLst>
            <pc:docMk/>
            <pc:sldMk cId="742933904" sldId="258"/>
            <ac:grpSpMk id="20" creationId="{19A6B5CE-CB1D-48EE-8B43-E952235C8371}"/>
          </ac:grpSpMkLst>
        </pc:grpChg>
        <pc:grpChg chg="add del">
          <ac:chgData name="Sara Milla" userId="066c60c930f0ee7e" providerId="LiveId" clId="{F4F1AB15-4B12-4C7A-A7EC-7648ACBA0A6D}" dt="2026-01-15T15:55:37.930" v="3805"/>
          <ac:grpSpMkLst>
            <pc:docMk/>
            <pc:sldMk cId="742933904" sldId="258"/>
            <ac:grpSpMk id="35" creationId="{19A6B5CE-CB1D-48EE-8B43-E952235C8371}"/>
          </ac:grpSpMkLst>
        </pc:grpChg>
        <pc:picChg chg="add mod ord">
          <ac:chgData name="Sara Milla" userId="066c60c930f0ee7e" providerId="LiveId" clId="{F4F1AB15-4B12-4C7A-A7EC-7648ACBA0A6D}" dt="2026-01-15T16:08:23.505" v="3893" actId="26606"/>
          <ac:picMkLst>
            <pc:docMk/>
            <pc:sldMk cId="742933904" sldId="258"/>
            <ac:picMk id="6" creationId="{990C7AD9-F2B7-702B-C5B0-45B87A72E608}"/>
          </ac:picMkLst>
        </pc:picChg>
        <pc:picChg chg="add mod">
          <ac:chgData name="Sara Milla" userId="066c60c930f0ee7e" providerId="LiveId" clId="{F4F1AB15-4B12-4C7A-A7EC-7648ACBA0A6D}" dt="2026-01-15T15:34:48.710" v="3283" actId="26606"/>
          <ac:picMkLst>
            <pc:docMk/>
            <pc:sldMk cId="742933904" sldId="258"/>
            <ac:picMk id="8" creationId="{25C03CD5-4BDE-7CD5-1D33-6C5A44EEABEB}"/>
          </ac:picMkLst>
        </pc:picChg>
        <pc:cxnChg chg="add del">
          <ac:chgData name="Sara Milla" userId="066c60c930f0ee7e" providerId="LiveId" clId="{F4F1AB15-4B12-4C7A-A7EC-7648ACBA0A6D}" dt="2026-01-15T15:05:03.282" v="2193" actId="26606"/>
          <ac:cxnSpMkLst>
            <pc:docMk/>
            <pc:sldMk cId="742933904" sldId="258"/>
            <ac:cxnSpMk id="13" creationId="{1503BFE4-729B-D9D0-C17B-501E6AF1127A}"/>
          </ac:cxnSpMkLst>
        </pc:cxnChg>
        <pc:cxnChg chg="add del">
          <ac:chgData name="Sara Milla" userId="066c60c930f0ee7e" providerId="LiveId" clId="{F4F1AB15-4B12-4C7A-A7EC-7648ACBA0A6D}" dt="2026-01-15T15:34:48.710" v="3283" actId="26606"/>
          <ac:cxnSpMkLst>
            <pc:docMk/>
            <pc:sldMk cId="742933904" sldId="258"/>
            <ac:cxnSpMk id="28" creationId="{1503BFE4-729B-D9D0-C17B-501E6AF1127A}"/>
          </ac:cxnSpMkLst>
        </pc:cxnChg>
      </pc:sldChg>
      <pc:sldChg chg="addSp delSp modSp new mod setBg modClrScheme delDesignElem chgLayout modNotesTx">
        <pc:chgData name="Sara Milla" userId="066c60c930f0ee7e" providerId="LiveId" clId="{F4F1AB15-4B12-4C7A-A7EC-7648ACBA0A6D}" dt="2026-01-15T21:10:38.322" v="5500" actId="14100"/>
        <pc:sldMkLst>
          <pc:docMk/>
          <pc:sldMk cId="761959663" sldId="259"/>
        </pc:sldMkLst>
        <pc:spChg chg="mod ord">
          <ac:chgData name="Sara Milla" userId="066c60c930f0ee7e" providerId="LiveId" clId="{F4F1AB15-4B12-4C7A-A7EC-7648ACBA0A6D}" dt="2026-01-15T15:07:56.897" v="2200" actId="26606"/>
          <ac:spMkLst>
            <pc:docMk/>
            <pc:sldMk cId="761959663" sldId="259"/>
            <ac:spMk id="2" creationId="{6F5B28B6-DBCA-0B60-865C-61E41C7F7D55}"/>
          </ac:spMkLst>
        </pc:spChg>
        <pc:spChg chg="mod ord">
          <ac:chgData name="Sara Milla" userId="066c60c930f0ee7e" providerId="LiveId" clId="{F4F1AB15-4B12-4C7A-A7EC-7648ACBA0A6D}" dt="2026-01-15T21:10:38.322" v="5500" actId="14100"/>
          <ac:spMkLst>
            <pc:docMk/>
            <pc:sldMk cId="761959663" sldId="259"/>
            <ac:spMk id="3" creationId="{280E13F0-D02E-3CE8-329F-B4E0A7BF3841}"/>
          </ac:spMkLst>
        </pc:spChg>
        <pc:spChg chg="del">
          <ac:chgData name="Sara Milla" userId="066c60c930f0ee7e" providerId="LiveId" clId="{F4F1AB15-4B12-4C7A-A7EC-7648ACBA0A6D}" dt="2026-01-14T12:43:03.016" v="967" actId="700"/>
          <ac:spMkLst>
            <pc:docMk/>
            <pc:sldMk cId="761959663" sldId="259"/>
            <ac:spMk id="4" creationId="{4D2ED682-3B16-6902-87A9-E94E8A27E6F2}"/>
          </ac:spMkLst>
        </pc:spChg>
        <pc:spChg chg="add">
          <ac:chgData name="Sara Milla" userId="066c60c930f0ee7e" providerId="LiveId" clId="{F4F1AB15-4B12-4C7A-A7EC-7648ACBA0A6D}" dt="2026-01-14T13:12:00.963" v="1374"/>
          <ac:spMkLst>
            <pc:docMk/>
            <pc:sldMk cId="761959663" sldId="259"/>
            <ac:spMk id="5" creationId="{28BE3A46-A730-C8CB-12C5-625F67340647}"/>
          </ac:spMkLst>
        </pc:spChg>
        <pc:spChg chg="add">
          <ac:chgData name="Sara Milla" userId="066c60c930f0ee7e" providerId="LiveId" clId="{F4F1AB15-4B12-4C7A-A7EC-7648ACBA0A6D}" dt="2026-01-14T13:12:05.996" v="1377"/>
          <ac:spMkLst>
            <pc:docMk/>
            <pc:sldMk cId="761959663" sldId="259"/>
            <ac:spMk id="6" creationId="{74E652F4-4F47-0C3B-72FD-3AEAB0890AAD}"/>
          </ac:spMkLst>
        </pc:spChg>
        <pc:spChg chg="add">
          <ac:chgData name="Sara Milla" userId="066c60c930f0ee7e" providerId="LiveId" clId="{F4F1AB15-4B12-4C7A-A7EC-7648ACBA0A6D}" dt="2026-01-15T16:09:10.988" v="3896" actId="26606"/>
          <ac:spMkLst>
            <pc:docMk/>
            <pc:sldMk cId="761959663" sldId="259"/>
            <ac:spMk id="7" creationId="{DBF61EA3-B236-439E-9C0B-340980D56BEE}"/>
          </ac:spMkLst>
        </pc:spChg>
        <pc:spChg chg="add del">
          <ac:chgData name="Sara Milla" userId="066c60c930f0ee7e" providerId="LiveId" clId="{F4F1AB15-4B12-4C7A-A7EC-7648ACBA0A6D}" dt="2026-01-15T15:07:56.897" v="2200" actId="26606"/>
          <ac:spMkLst>
            <pc:docMk/>
            <pc:sldMk cId="761959663" sldId="259"/>
            <ac:spMk id="8" creationId="{B6CDA21F-E7AF-4C75-8395-33F58D5B0E45}"/>
          </ac:spMkLst>
        </pc:spChg>
        <pc:spChg chg="add">
          <ac:chgData name="Sara Milla" userId="066c60c930f0ee7e" providerId="LiveId" clId="{F4F1AB15-4B12-4C7A-A7EC-7648ACBA0A6D}" dt="2026-01-15T16:09:10.988" v="3896" actId="26606"/>
          <ac:spMkLst>
            <pc:docMk/>
            <pc:sldMk cId="761959663" sldId="259"/>
            <ac:spMk id="14" creationId="{E659831F-0D9A-4C63-9EBB-8435B85A440F}"/>
          </ac:spMkLst>
        </pc:spChg>
        <pc:spChg chg="add del">
          <ac:chgData name="Sara Milla" userId="066c60c930f0ee7e" providerId="LiveId" clId="{F4F1AB15-4B12-4C7A-A7EC-7648ACBA0A6D}" dt="2026-01-15T15:07:56.897" v="2200" actId="26606"/>
          <ac:spMkLst>
            <pc:docMk/>
            <pc:sldMk cId="761959663" sldId="259"/>
            <ac:spMk id="15" creationId="{D5B0017B-2ECA-49AF-B397-DC140825DF8D}"/>
          </ac:spMkLst>
        </pc:spChg>
        <pc:spChg chg="add del">
          <ac:chgData name="Sara Milla" userId="066c60c930f0ee7e" providerId="LiveId" clId="{F4F1AB15-4B12-4C7A-A7EC-7648ACBA0A6D}" dt="2026-01-15T15:55:37.930" v="3805"/>
          <ac:spMkLst>
            <pc:docMk/>
            <pc:sldMk cId="761959663" sldId="259"/>
            <ac:spMk id="22" creationId="{DBF61EA3-B236-439E-9C0B-340980D56BEE}"/>
          </ac:spMkLst>
        </pc:spChg>
        <pc:spChg chg="add del">
          <ac:chgData name="Sara Milla" userId="066c60c930f0ee7e" providerId="LiveId" clId="{F4F1AB15-4B12-4C7A-A7EC-7648ACBA0A6D}" dt="2026-01-15T15:55:37.930" v="3805"/>
          <ac:spMkLst>
            <pc:docMk/>
            <pc:sldMk cId="761959663" sldId="259"/>
            <ac:spMk id="28" creationId="{E659831F-0D9A-4C63-9EBB-8435B85A440F}"/>
          </ac:spMkLst>
        </pc:spChg>
        <pc:grpChg chg="add">
          <ac:chgData name="Sara Milla" userId="066c60c930f0ee7e" providerId="LiveId" clId="{F4F1AB15-4B12-4C7A-A7EC-7648ACBA0A6D}" dt="2026-01-15T16:09:10.988" v="3896" actId="26606"/>
          <ac:grpSpMkLst>
            <pc:docMk/>
            <pc:sldMk cId="761959663" sldId="259"/>
            <ac:grpSpMk id="9" creationId="{28FAF094-D087-493F-8DF9-A486C2D6BBAA}"/>
          </ac:grpSpMkLst>
        </pc:grpChg>
        <pc:grpChg chg="add del">
          <ac:chgData name="Sara Milla" userId="066c60c930f0ee7e" providerId="LiveId" clId="{F4F1AB15-4B12-4C7A-A7EC-7648ACBA0A6D}" dt="2026-01-15T15:07:56.897" v="2200" actId="26606"/>
          <ac:grpSpMkLst>
            <pc:docMk/>
            <pc:sldMk cId="761959663" sldId="259"/>
            <ac:grpSpMk id="10" creationId="{AE1C45F0-260A-458C-96ED-C1F6D2151219}"/>
          </ac:grpSpMkLst>
        </pc:grpChg>
        <pc:grpChg chg="add del">
          <ac:chgData name="Sara Milla" userId="066c60c930f0ee7e" providerId="LiveId" clId="{F4F1AB15-4B12-4C7A-A7EC-7648ACBA0A6D}" dt="2026-01-15T15:55:37.930" v="3805"/>
          <ac:grpSpMkLst>
            <pc:docMk/>
            <pc:sldMk cId="761959663" sldId="259"/>
            <ac:grpSpMk id="24" creationId="{28FAF094-D087-493F-8DF9-A486C2D6BBAA}"/>
          </ac:grpSpMkLst>
        </pc:grpChg>
        <pc:cxnChg chg="add del">
          <ac:chgData name="Sara Milla" userId="066c60c930f0ee7e" providerId="LiveId" clId="{F4F1AB15-4B12-4C7A-A7EC-7648ACBA0A6D}" dt="2026-01-15T15:07:56.897" v="2200" actId="26606"/>
          <ac:cxnSpMkLst>
            <pc:docMk/>
            <pc:sldMk cId="761959663" sldId="259"/>
            <ac:cxnSpMk id="17" creationId="{6CF1BAF6-AD41-4082-B212-8A1F9A2E8779}"/>
          </ac:cxnSpMkLst>
        </pc:cxnChg>
      </pc:sldChg>
      <pc:sldChg chg="new del">
        <pc:chgData name="Sara Milla" userId="066c60c930f0ee7e" providerId="LiveId" clId="{F4F1AB15-4B12-4C7A-A7EC-7648ACBA0A6D}" dt="2026-01-14T12:30:51.469" v="574" actId="47"/>
        <pc:sldMkLst>
          <pc:docMk/>
          <pc:sldMk cId="3781506995" sldId="259"/>
        </pc:sldMkLst>
      </pc:sldChg>
      <pc:sldChg chg="addSp delSp modSp new mod ord setBg delDesignElem modNotesTx">
        <pc:chgData name="Sara Milla" userId="066c60c930f0ee7e" providerId="LiveId" clId="{F4F1AB15-4B12-4C7A-A7EC-7648ACBA0A6D}" dt="2026-01-15T15:55:53.578" v="3808" actId="26606"/>
        <pc:sldMkLst>
          <pc:docMk/>
          <pc:sldMk cId="503200733" sldId="260"/>
        </pc:sldMkLst>
        <pc:spChg chg="mod">
          <ac:chgData name="Sara Milla" userId="066c60c930f0ee7e" providerId="LiveId" clId="{F4F1AB15-4B12-4C7A-A7EC-7648ACBA0A6D}" dt="2026-01-15T15:47:44.190" v="3491" actId="26606"/>
          <ac:spMkLst>
            <pc:docMk/>
            <pc:sldMk cId="503200733" sldId="260"/>
            <ac:spMk id="2" creationId="{25656D23-FD4F-E499-ABCD-2AE337AC7B46}"/>
          </ac:spMkLst>
        </pc:spChg>
        <pc:spChg chg="mod">
          <ac:chgData name="Sara Milla" userId="066c60c930f0ee7e" providerId="LiveId" clId="{F4F1AB15-4B12-4C7A-A7EC-7648ACBA0A6D}" dt="2026-01-15T15:47:44.190" v="3491" actId="26606"/>
          <ac:spMkLst>
            <pc:docMk/>
            <pc:sldMk cId="503200733" sldId="260"/>
            <ac:spMk id="3" creationId="{2257A480-CA9E-C264-7386-B11C48ADCEF1}"/>
          </ac:spMkLst>
        </pc:spChg>
        <pc:spChg chg="add">
          <ac:chgData name="Sara Milla" userId="066c60c930f0ee7e" providerId="LiveId" clId="{F4F1AB15-4B12-4C7A-A7EC-7648ACBA0A6D}" dt="2026-01-15T15:55:53.578" v="3808" actId="26606"/>
          <ac:spMkLst>
            <pc:docMk/>
            <pc:sldMk cId="503200733" sldId="260"/>
            <ac:spMk id="5" creationId="{DBF61EA3-B236-439E-9C0B-340980D56BEE}"/>
          </ac:spMkLst>
        </pc:spChg>
        <pc:spChg chg="add del">
          <ac:chgData name="Sara Milla" userId="066c60c930f0ee7e" providerId="LiveId" clId="{F4F1AB15-4B12-4C7A-A7EC-7648ACBA0A6D}" dt="2026-01-15T15:55:37.930" v="3805"/>
          <ac:spMkLst>
            <pc:docMk/>
            <pc:sldMk cId="503200733" sldId="260"/>
            <ac:spMk id="8" creationId="{DBF61EA3-B236-439E-9C0B-340980D56BEE}"/>
          </ac:spMkLst>
        </pc:spChg>
        <pc:spChg chg="add">
          <ac:chgData name="Sara Milla" userId="066c60c930f0ee7e" providerId="LiveId" clId="{F4F1AB15-4B12-4C7A-A7EC-7648ACBA0A6D}" dt="2026-01-15T15:55:53.578" v="3808" actId="26606"/>
          <ac:spMkLst>
            <pc:docMk/>
            <pc:sldMk cId="503200733" sldId="260"/>
            <ac:spMk id="13" creationId="{E659831F-0D9A-4C63-9EBB-8435B85A440F}"/>
          </ac:spMkLst>
        </pc:spChg>
        <pc:spChg chg="add del">
          <ac:chgData name="Sara Milla" userId="066c60c930f0ee7e" providerId="LiveId" clId="{F4F1AB15-4B12-4C7A-A7EC-7648ACBA0A6D}" dt="2026-01-15T15:55:37.930" v="3805"/>
          <ac:spMkLst>
            <pc:docMk/>
            <pc:sldMk cId="503200733" sldId="260"/>
            <ac:spMk id="14" creationId="{E659831F-0D9A-4C63-9EBB-8435B85A440F}"/>
          </ac:spMkLst>
        </pc:spChg>
        <pc:grpChg chg="add">
          <ac:chgData name="Sara Milla" userId="066c60c930f0ee7e" providerId="LiveId" clId="{F4F1AB15-4B12-4C7A-A7EC-7648ACBA0A6D}" dt="2026-01-15T15:55:53.578" v="3808" actId="26606"/>
          <ac:grpSpMkLst>
            <pc:docMk/>
            <pc:sldMk cId="503200733" sldId="260"/>
            <ac:grpSpMk id="6" creationId="{28FAF094-D087-493F-8DF9-A486C2D6BBAA}"/>
          </ac:grpSpMkLst>
        </pc:grpChg>
        <pc:grpChg chg="add del">
          <ac:chgData name="Sara Milla" userId="066c60c930f0ee7e" providerId="LiveId" clId="{F4F1AB15-4B12-4C7A-A7EC-7648ACBA0A6D}" dt="2026-01-15T15:55:37.930" v="3805"/>
          <ac:grpSpMkLst>
            <pc:docMk/>
            <pc:sldMk cId="503200733" sldId="260"/>
            <ac:grpSpMk id="10" creationId="{28FAF094-D087-493F-8DF9-A486C2D6BBAA}"/>
          </ac:grpSpMkLst>
        </pc:grpChg>
      </pc:sldChg>
      <pc:sldChg chg="addSp delSp modSp new mod setBg delDesignElem modNotesTx">
        <pc:chgData name="Sara Milla" userId="066c60c930f0ee7e" providerId="LiveId" clId="{F4F1AB15-4B12-4C7A-A7EC-7648ACBA0A6D}" dt="2026-01-15T16:09:18.286" v="3897" actId="26606"/>
        <pc:sldMkLst>
          <pc:docMk/>
          <pc:sldMk cId="1937129893" sldId="261"/>
        </pc:sldMkLst>
        <pc:spChg chg="mod">
          <ac:chgData name="Sara Milla" userId="066c60c930f0ee7e" providerId="LiveId" clId="{F4F1AB15-4B12-4C7A-A7EC-7648ACBA0A6D}" dt="2026-01-15T15:07:33.949" v="2199" actId="26606"/>
          <ac:spMkLst>
            <pc:docMk/>
            <pc:sldMk cId="1937129893" sldId="261"/>
            <ac:spMk id="2" creationId="{10592F5B-D74E-6F71-391A-4E9AC25D44C2}"/>
          </ac:spMkLst>
        </pc:spChg>
        <pc:spChg chg="mod">
          <ac:chgData name="Sara Milla" userId="066c60c930f0ee7e" providerId="LiveId" clId="{F4F1AB15-4B12-4C7A-A7EC-7648ACBA0A6D}" dt="2026-01-15T16:09:18.286" v="3897" actId="26606"/>
          <ac:spMkLst>
            <pc:docMk/>
            <pc:sldMk cId="1937129893" sldId="261"/>
            <ac:spMk id="3" creationId="{36EC89D7-DD20-5937-328F-2E0B6C652C4A}"/>
          </ac:spMkLst>
        </pc:spChg>
        <pc:spChg chg="add">
          <ac:chgData name="Sara Milla" userId="066c60c930f0ee7e" providerId="LiveId" clId="{F4F1AB15-4B12-4C7A-A7EC-7648ACBA0A6D}" dt="2026-01-15T16:09:18.286" v="3897" actId="26606"/>
          <ac:spMkLst>
            <pc:docMk/>
            <pc:sldMk cId="1937129893" sldId="261"/>
            <ac:spMk id="9" creationId="{26CAED0A-2A45-4C9C-BCDD-21A8A092C5F3}"/>
          </ac:spMkLst>
        </pc:spChg>
        <pc:spChg chg="add del">
          <ac:chgData name="Sara Milla" userId="066c60c930f0ee7e" providerId="LiveId" clId="{F4F1AB15-4B12-4C7A-A7EC-7648ACBA0A6D}" dt="2026-01-15T15:07:33.949" v="2199" actId="26606"/>
          <ac:spMkLst>
            <pc:docMk/>
            <pc:sldMk cId="1937129893" sldId="261"/>
            <ac:spMk id="12" creationId="{DF8BC164-E230-753F-2C7E-B4EE7BA77CF1}"/>
          </ac:spMkLst>
        </pc:spChg>
        <pc:spChg chg="add">
          <ac:chgData name="Sara Milla" userId="066c60c930f0ee7e" providerId="LiveId" clId="{F4F1AB15-4B12-4C7A-A7EC-7648ACBA0A6D}" dt="2026-01-15T16:09:18.286" v="3897" actId="26606"/>
          <ac:spMkLst>
            <pc:docMk/>
            <pc:sldMk cId="1937129893" sldId="261"/>
            <ac:spMk id="14" creationId="{3A9A4357-BD1D-4622-A4FE-766E6AB8DE84}"/>
          </ac:spMkLst>
        </pc:spChg>
        <pc:spChg chg="add">
          <ac:chgData name="Sara Milla" userId="066c60c930f0ee7e" providerId="LiveId" clId="{F4F1AB15-4B12-4C7A-A7EC-7648ACBA0A6D}" dt="2026-01-15T16:09:18.286" v="3897" actId="26606"/>
          <ac:spMkLst>
            <pc:docMk/>
            <pc:sldMk cId="1937129893" sldId="261"/>
            <ac:spMk id="16" creationId="{E659831F-0D9A-4C63-9EBB-8435B85A440F}"/>
          </ac:spMkLst>
        </pc:spChg>
        <pc:spChg chg="add del">
          <ac:chgData name="Sara Milla" userId="066c60c930f0ee7e" providerId="LiveId" clId="{F4F1AB15-4B12-4C7A-A7EC-7648ACBA0A6D}" dt="2026-01-15T15:55:37.930" v="3805"/>
          <ac:spMkLst>
            <pc:docMk/>
            <pc:sldMk cId="1937129893" sldId="261"/>
            <ac:spMk id="17" creationId="{26CAED0A-2A45-4C9C-BCDD-21A8A092C5F3}"/>
          </ac:spMkLst>
        </pc:spChg>
        <pc:spChg chg="add">
          <ac:chgData name="Sara Milla" userId="066c60c930f0ee7e" providerId="LiveId" clId="{F4F1AB15-4B12-4C7A-A7EC-7648ACBA0A6D}" dt="2026-01-15T16:09:18.286" v="3897" actId="26606"/>
          <ac:spMkLst>
            <pc:docMk/>
            <pc:sldMk cId="1937129893" sldId="261"/>
            <ac:spMk id="18" creationId="{E6995CE5-F890-4ABA-82A2-26507CE8D2A3}"/>
          </ac:spMkLst>
        </pc:spChg>
        <pc:spChg chg="add del">
          <ac:chgData name="Sara Milla" userId="066c60c930f0ee7e" providerId="LiveId" clId="{F4F1AB15-4B12-4C7A-A7EC-7648ACBA0A6D}" dt="2026-01-15T15:55:37.930" v="3805"/>
          <ac:spMkLst>
            <pc:docMk/>
            <pc:sldMk cId="1937129893" sldId="261"/>
            <ac:spMk id="19" creationId="{3A9A4357-BD1D-4622-A4FE-766E6AB8DE84}"/>
          </ac:spMkLst>
        </pc:spChg>
        <pc:spChg chg="add del">
          <ac:chgData name="Sara Milla" userId="066c60c930f0ee7e" providerId="LiveId" clId="{F4F1AB15-4B12-4C7A-A7EC-7648ACBA0A6D}" dt="2026-01-15T15:55:37.930" v="3805"/>
          <ac:spMkLst>
            <pc:docMk/>
            <pc:sldMk cId="1937129893" sldId="261"/>
            <ac:spMk id="21" creationId="{E659831F-0D9A-4C63-9EBB-8435B85A440F}"/>
          </ac:spMkLst>
        </pc:spChg>
        <pc:spChg chg="add del">
          <ac:chgData name="Sara Milla" userId="066c60c930f0ee7e" providerId="LiveId" clId="{F4F1AB15-4B12-4C7A-A7EC-7648ACBA0A6D}" dt="2026-01-15T15:55:37.930" v="3805"/>
          <ac:spMkLst>
            <pc:docMk/>
            <pc:sldMk cId="1937129893" sldId="261"/>
            <ac:spMk id="23" creationId="{E6995CE5-F890-4ABA-82A2-26507CE8D2A3}"/>
          </ac:spMkLst>
        </pc:spChg>
        <pc:picChg chg="add mod ord">
          <ac:chgData name="Sara Milla" userId="066c60c930f0ee7e" providerId="LiveId" clId="{F4F1AB15-4B12-4C7A-A7EC-7648ACBA0A6D}" dt="2026-01-15T15:07:33.949" v="2199" actId="26606"/>
          <ac:picMkLst>
            <pc:docMk/>
            <pc:sldMk cId="1937129893" sldId="261"/>
            <ac:picMk id="5" creationId="{85F06133-8460-CAA3-B202-D8ED3730B176}"/>
          </ac:picMkLst>
        </pc:picChg>
        <pc:picChg chg="add mod">
          <ac:chgData name="Sara Milla" userId="066c60c930f0ee7e" providerId="LiveId" clId="{F4F1AB15-4B12-4C7A-A7EC-7648ACBA0A6D}" dt="2026-01-15T15:07:33.949" v="2199" actId="26606"/>
          <ac:picMkLst>
            <pc:docMk/>
            <pc:sldMk cId="1937129893" sldId="261"/>
            <ac:picMk id="7" creationId="{9F0ED816-CE92-3731-E160-BF4A6BC24AD5}"/>
          </ac:picMkLst>
        </pc:picChg>
        <pc:cxnChg chg="add del">
          <ac:chgData name="Sara Milla" userId="066c60c930f0ee7e" providerId="LiveId" clId="{F4F1AB15-4B12-4C7A-A7EC-7648ACBA0A6D}" dt="2026-01-15T15:07:33.949" v="2199" actId="26606"/>
          <ac:cxnSpMkLst>
            <pc:docMk/>
            <pc:sldMk cId="1937129893" sldId="261"/>
            <ac:cxnSpMk id="10" creationId="{FC23E3B9-5ABF-58B3-E2B0-E9A5DAA90037}"/>
          </ac:cxnSpMkLst>
        </pc:cxnChg>
      </pc:sldChg>
      <pc:sldChg chg="addSp delSp modSp new mod ord setBg delDesignElem modNotesTx">
        <pc:chgData name="Sara Milla" userId="066c60c930f0ee7e" providerId="LiveId" clId="{F4F1AB15-4B12-4C7A-A7EC-7648ACBA0A6D}" dt="2026-01-15T21:08:11.384" v="5476" actId="20577"/>
        <pc:sldMkLst>
          <pc:docMk/>
          <pc:sldMk cId="4071232228" sldId="262"/>
        </pc:sldMkLst>
        <pc:spChg chg="mod">
          <ac:chgData name="Sara Milla" userId="066c60c930f0ee7e" providerId="LiveId" clId="{F4F1AB15-4B12-4C7A-A7EC-7648ACBA0A6D}" dt="2026-01-15T21:08:11.384" v="5476" actId="20577"/>
          <ac:spMkLst>
            <pc:docMk/>
            <pc:sldMk cId="4071232228" sldId="262"/>
            <ac:spMk id="2" creationId="{4E4C7D5F-306B-5BE3-502F-D530DC747F9A}"/>
          </ac:spMkLst>
        </pc:spChg>
        <pc:spChg chg="mod">
          <ac:chgData name="Sara Milla" userId="066c60c930f0ee7e" providerId="LiveId" clId="{F4F1AB15-4B12-4C7A-A7EC-7648ACBA0A6D}" dt="2026-01-15T15:55:41.624" v="3807" actId="26606"/>
          <ac:spMkLst>
            <pc:docMk/>
            <pc:sldMk cId="4071232228" sldId="262"/>
            <ac:spMk id="3" creationId="{706F5C72-7D77-128C-1796-65FCBF78FFAB}"/>
          </ac:spMkLst>
        </pc:spChg>
        <pc:spChg chg="add">
          <ac:chgData name="Sara Milla" userId="066c60c930f0ee7e" providerId="LiveId" clId="{F4F1AB15-4B12-4C7A-A7EC-7648ACBA0A6D}" dt="2026-01-15T15:55:41.624" v="3807" actId="26606"/>
          <ac:spMkLst>
            <pc:docMk/>
            <pc:sldMk cId="4071232228" sldId="262"/>
            <ac:spMk id="5" creationId="{DBF61EA3-B236-439E-9C0B-340980D56BEE}"/>
          </ac:spMkLst>
        </pc:spChg>
        <pc:spChg chg="add del">
          <ac:chgData name="Sara Milla" userId="066c60c930f0ee7e" providerId="LiveId" clId="{F4F1AB15-4B12-4C7A-A7EC-7648ACBA0A6D}" dt="2026-01-15T15:55:37.930" v="3805"/>
          <ac:spMkLst>
            <pc:docMk/>
            <pc:sldMk cId="4071232228" sldId="262"/>
            <ac:spMk id="8" creationId="{DBF61EA3-B236-439E-9C0B-340980D56BEE}"/>
          </ac:spMkLst>
        </pc:spChg>
        <pc:spChg chg="add">
          <ac:chgData name="Sara Milla" userId="066c60c930f0ee7e" providerId="LiveId" clId="{F4F1AB15-4B12-4C7A-A7EC-7648ACBA0A6D}" dt="2026-01-15T15:55:41.624" v="3807" actId="26606"/>
          <ac:spMkLst>
            <pc:docMk/>
            <pc:sldMk cId="4071232228" sldId="262"/>
            <ac:spMk id="13" creationId="{E659831F-0D9A-4C63-9EBB-8435B85A440F}"/>
          </ac:spMkLst>
        </pc:spChg>
        <pc:spChg chg="add del">
          <ac:chgData name="Sara Milla" userId="066c60c930f0ee7e" providerId="LiveId" clId="{F4F1AB15-4B12-4C7A-A7EC-7648ACBA0A6D}" dt="2026-01-15T15:55:37.930" v="3805"/>
          <ac:spMkLst>
            <pc:docMk/>
            <pc:sldMk cId="4071232228" sldId="262"/>
            <ac:spMk id="14" creationId="{E659831F-0D9A-4C63-9EBB-8435B85A440F}"/>
          </ac:spMkLst>
        </pc:spChg>
        <pc:grpChg chg="add">
          <ac:chgData name="Sara Milla" userId="066c60c930f0ee7e" providerId="LiveId" clId="{F4F1AB15-4B12-4C7A-A7EC-7648ACBA0A6D}" dt="2026-01-15T15:55:41.624" v="3807" actId="26606"/>
          <ac:grpSpMkLst>
            <pc:docMk/>
            <pc:sldMk cId="4071232228" sldId="262"/>
            <ac:grpSpMk id="6" creationId="{28FAF094-D087-493F-8DF9-A486C2D6BBAA}"/>
          </ac:grpSpMkLst>
        </pc:grpChg>
        <pc:grpChg chg="add del">
          <ac:chgData name="Sara Milla" userId="066c60c930f0ee7e" providerId="LiveId" clId="{F4F1AB15-4B12-4C7A-A7EC-7648ACBA0A6D}" dt="2026-01-15T15:55:37.930" v="3805"/>
          <ac:grpSpMkLst>
            <pc:docMk/>
            <pc:sldMk cId="4071232228" sldId="262"/>
            <ac:grpSpMk id="10" creationId="{28FAF094-D087-493F-8DF9-A486C2D6BBAA}"/>
          </ac:grpSpMkLst>
        </pc:grpChg>
      </pc:sldChg>
      <pc:sldChg chg="addSp delSp modSp new mod setBg delDesignElem modNotesTx">
        <pc:chgData name="Sara Milla" userId="066c60c930f0ee7e" providerId="LiveId" clId="{F4F1AB15-4B12-4C7A-A7EC-7648ACBA0A6D}" dt="2026-01-15T21:08:18.892" v="5479" actId="20577"/>
        <pc:sldMkLst>
          <pc:docMk/>
          <pc:sldMk cId="2352599782" sldId="263"/>
        </pc:sldMkLst>
        <pc:spChg chg="mod">
          <ac:chgData name="Sara Milla" userId="066c60c930f0ee7e" providerId="LiveId" clId="{F4F1AB15-4B12-4C7A-A7EC-7648ACBA0A6D}" dt="2026-01-15T21:08:16.825" v="5478" actId="20577"/>
          <ac:spMkLst>
            <pc:docMk/>
            <pc:sldMk cId="2352599782" sldId="263"/>
            <ac:spMk id="2" creationId="{7C476608-C9B5-CFD2-BF95-96AAF0C0F3EF}"/>
          </ac:spMkLst>
        </pc:spChg>
        <pc:spChg chg="mod">
          <ac:chgData name="Sara Milla" userId="066c60c930f0ee7e" providerId="LiveId" clId="{F4F1AB15-4B12-4C7A-A7EC-7648ACBA0A6D}" dt="2026-01-15T16:04:32.338" v="3829" actId="26606"/>
          <ac:spMkLst>
            <pc:docMk/>
            <pc:sldMk cId="2352599782" sldId="263"/>
            <ac:spMk id="3" creationId="{16B1C8D7-9530-43B1-AC58-405443BCD7A7}"/>
          </ac:spMkLst>
        </pc:spChg>
        <pc:spChg chg="add del">
          <ac:chgData name="Sara Milla" userId="066c60c930f0ee7e" providerId="LiveId" clId="{F4F1AB15-4B12-4C7A-A7EC-7648ACBA0A6D}" dt="2026-01-15T16:04:32.338" v="3829" actId="26606"/>
          <ac:spMkLst>
            <pc:docMk/>
            <pc:sldMk cId="2352599782" sldId="263"/>
            <ac:spMk id="7" creationId="{0E3596DD-156A-473E-9BB3-C6A29F7574E9}"/>
          </ac:spMkLst>
        </pc:spChg>
        <pc:spChg chg="add del">
          <ac:chgData name="Sara Milla" userId="066c60c930f0ee7e" providerId="LiveId" clId="{F4F1AB15-4B12-4C7A-A7EC-7648ACBA0A6D}" dt="2026-01-15T16:04:32.338" v="3829" actId="26606"/>
          <ac:spMkLst>
            <pc:docMk/>
            <pc:sldMk cId="2352599782" sldId="263"/>
            <ac:spMk id="8" creationId="{2C46C4D6-C474-4E92-B52E-944C1118F7B6}"/>
          </ac:spMkLst>
        </pc:spChg>
        <pc:spChg chg="add del">
          <ac:chgData name="Sara Milla" userId="066c60c930f0ee7e" providerId="LiveId" clId="{F4F1AB15-4B12-4C7A-A7EC-7648ACBA0A6D}" dt="2026-01-15T15:55:37.930" v="3805"/>
          <ac:spMkLst>
            <pc:docMk/>
            <pc:sldMk cId="2352599782" sldId="263"/>
            <ac:spMk id="10" creationId="{743AA782-23D1-4521-8CAD-47662984AA08}"/>
          </ac:spMkLst>
        </pc:spChg>
        <pc:spChg chg="add">
          <ac:chgData name="Sara Milla" userId="066c60c930f0ee7e" providerId="LiveId" clId="{F4F1AB15-4B12-4C7A-A7EC-7648ACBA0A6D}" dt="2026-01-15T16:04:32.346" v="3830" actId="26606"/>
          <ac:spMkLst>
            <pc:docMk/>
            <pc:sldMk cId="2352599782" sldId="263"/>
            <ac:spMk id="11" creationId="{743AA782-23D1-4521-8CAD-47662984AA08}"/>
          </ac:spMkLst>
        </pc:spChg>
        <pc:spChg chg="add del">
          <ac:chgData name="Sara Milla" userId="066c60c930f0ee7e" providerId="LiveId" clId="{F4F1AB15-4B12-4C7A-A7EC-7648ACBA0A6D}" dt="2026-01-15T15:55:37.930" v="3805"/>
          <ac:spMkLst>
            <pc:docMk/>
            <pc:sldMk cId="2352599782" sldId="263"/>
            <ac:spMk id="12" creationId="{650D18FE-0824-4A46-B22C-A86B52E5780A}"/>
          </ac:spMkLst>
        </pc:spChg>
        <pc:spChg chg="add">
          <ac:chgData name="Sara Milla" userId="066c60c930f0ee7e" providerId="LiveId" clId="{F4F1AB15-4B12-4C7A-A7EC-7648ACBA0A6D}" dt="2026-01-15T16:04:32.346" v="3830" actId="26606"/>
          <ac:spMkLst>
            <pc:docMk/>
            <pc:sldMk cId="2352599782" sldId="263"/>
            <ac:spMk id="13" creationId="{650D18FE-0824-4A46-B22C-A86B52E5780A}"/>
          </ac:spMkLst>
        </pc:spChg>
        <pc:picChg chg="add mod">
          <ac:chgData name="Sara Milla" userId="066c60c930f0ee7e" providerId="LiveId" clId="{F4F1AB15-4B12-4C7A-A7EC-7648ACBA0A6D}" dt="2026-01-15T16:04:32.338" v="3829" actId="26606"/>
          <ac:picMkLst>
            <pc:docMk/>
            <pc:sldMk cId="2352599782" sldId="263"/>
            <ac:picMk id="5" creationId="{92296CD7-ACF4-90FC-613E-B81EEAEC7658}"/>
          </ac:picMkLst>
        </pc:picChg>
      </pc:sldChg>
      <pc:sldChg chg="modSp new mod ord modNotesTx">
        <pc:chgData name="Sara Milla" userId="066c60c930f0ee7e" providerId="LiveId" clId="{F4F1AB15-4B12-4C7A-A7EC-7648ACBA0A6D}" dt="2026-01-15T21:08:36.975" v="5493" actId="20577"/>
        <pc:sldMkLst>
          <pc:docMk/>
          <pc:sldMk cId="1148987645" sldId="264"/>
        </pc:sldMkLst>
        <pc:spChg chg="mod">
          <ac:chgData name="Sara Milla" userId="066c60c930f0ee7e" providerId="LiveId" clId="{F4F1AB15-4B12-4C7A-A7EC-7648ACBA0A6D}" dt="2026-01-15T15:55:39.605" v="3806"/>
          <ac:spMkLst>
            <pc:docMk/>
            <pc:sldMk cId="1148987645" sldId="264"/>
            <ac:spMk id="2" creationId="{C3254D78-9B28-FD7C-4604-EC32EB30F658}"/>
          </ac:spMkLst>
        </pc:spChg>
        <pc:spChg chg="mod">
          <ac:chgData name="Sara Milla" userId="066c60c930f0ee7e" providerId="LiveId" clId="{F4F1AB15-4B12-4C7A-A7EC-7648ACBA0A6D}" dt="2026-01-15T15:55:39.605" v="3806"/>
          <ac:spMkLst>
            <pc:docMk/>
            <pc:sldMk cId="1148987645" sldId="264"/>
            <ac:spMk id="3" creationId="{D17C41B8-5975-6BB8-1755-D6D2D00064AA}"/>
          </ac:spMkLst>
        </pc:spChg>
      </pc:sldChg>
      <pc:sldChg chg="addSp delSp modSp new mod setBg delDesignElem modNotesTx">
        <pc:chgData name="Sara Milla" userId="066c60c930f0ee7e" providerId="LiveId" clId="{F4F1AB15-4B12-4C7A-A7EC-7648ACBA0A6D}" dt="2026-01-15T16:15:13.799" v="3908" actId="27636"/>
        <pc:sldMkLst>
          <pc:docMk/>
          <pc:sldMk cId="1168996411" sldId="265"/>
        </pc:sldMkLst>
        <pc:spChg chg="mod">
          <ac:chgData name="Sara Milla" userId="066c60c930f0ee7e" providerId="LiveId" clId="{F4F1AB15-4B12-4C7A-A7EC-7648ACBA0A6D}" dt="2026-01-15T16:04:08.414" v="3827" actId="26606"/>
          <ac:spMkLst>
            <pc:docMk/>
            <pc:sldMk cId="1168996411" sldId="265"/>
            <ac:spMk id="2" creationId="{944200E1-2635-870F-F443-3C547017B867}"/>
          </ac:spMkLst>
        </pc:spChg>
        <pc:spChg chg="add del mod">
          <ac:chgData name="Sara Milla" userId="066c60c930f0ee7e" providerId="LiveId" clId="{F4F1AB15-4B12-4C7A-A7EC-7648ACBA0A6D}" dt="2026-01-15T16:15:13.799" v="3908" actId="27636"/>
          <ac:spMkLst>
            <pc:docMk/>
            <pc:sldMk cId="1168996411" sldId="265"/>
            <ac:spMk id="3" creationId="{4CF95A48-446E-D7E7-5082-A11CB39BF556}"/>
          </ac:spMkLst>
        </pc:spChg>
        <pc:spChg chg="add mod">
          <ac:chgData name="Sara Milla" userId="066c60c930f0ee7e" providerId="LiveId" clId="{F4F1AB15-4B12-4C7A-A7EC-7648ACBA0A6D}" dt="2026-01-14T13:18:21.997" v="1556"/>
          <ac:spMkLst>
            <pc:docMk/>
            <pc:sldMk cId="1168996411" sldId="265"/>
            <ac:spMk id="4" creationId="{B394594E-F7FF-52F3-8875-FAEEFC2713E0}"/>
          </ac:spMkLst>
        </pc:spChg>
        <pc:spChg chg="add del">
          <ac:chgData name="Sara Milla" userId="066c60c930f0ee7e" providerId="LiveId" clId="{F4F1AB15-4B12-4C7A-A7EC-7648ACBA0A6D}" dt="2026-01-15T16:04:08.414" v="3827" actId="26606"/>
          <ac:spMkLst>
            <pc:docMk/>
            <pc:sldMk cId="1168996411" sldId="265"/>
            <ac:spMk id="6" creationId="{DBF61EA3-B236-439E-9C0B-340980D56BEE}"/>
          </ac:spMkLst>
        </pc:spChg>
        <pc:spChg chg="add del">
          <ac:chgData name="Sara Milla" userId="066c60c930f0ee7e" providerId="LiveId" clId="{F4F1AB15-4B12-4C7A-A7EC-7648ACBA0A6D}" dt="2026-01-15T15:55:37.930" v="3805"/>
          <ac:spMkLst>
            <pc:docMk/>
            <pc:sldMk cId="1168996411" sldId="265"/>
            <ac:spMk id="8" creationId="{B6CDA21F-E7AF-4C75-8395-33F58D5B0E45}"/>
          </ac:spMkLst>
        </pc:spChg>
        <pc:spChg chg="add del">
          <ac:chgData name="Sara Milla" userId="066c60c930f0ee7e" providerId="LiveId" clId="{F4F1AB15-4B12-4C7A-A7EC-7648ACBA0A6D}" dt="2026-01-15T15:35:32.542" v="3285" actId="26606"/>
          <ac:spMkLst>
            <pc:docMk/>
            <pc:sldMk cId="1168996411" sldId="265"/>
            <ac:spMk id="9" creationId="{C0763A76-9F1C-4FC5-82B7-DD475DA461B2}"/>
          </ac:spMkLst>
        </pc:spChg>
        <pc:spChg chg="add del">
          <ac:chgData name="Sara Milla" userId="066c60c930f0ee7e" providerId="LiveId" clId="{F4F1AB15-4B12-4C7A-A7EC-7648ACBA0A6D}" dt="2026-01-15T15:35:32.542" v="3285" actId="26606"/>
          <ac:spMkLst>
            <pc:docMk/>
            <pc:sldMk cId="1168996411" sldId="265"/>
            <ac:spMk id="11" creationId="{E81BF4F6-F2CF-4984-9D14-D6966D92F99F}"/>
          </ac:spMkLst>
        </pc:spChg>
        <pc:spChg chg="add del">
          <ac:chgData name="Sara Milla" userId="066c60c930f0ee7e" providerId="LiveId" clId="{F4F1AB15-4B12-4C7A-A7EC-7648ACBA0A6D}" dt="2026-01-15T15:55:37.930" v="3805"/>
          <ac:spMkLst>
            <pc:docMk/>
            <pc:sldMk cId="1168996411" sldId="265"/>
            <ac:spMk id="15" creationId="{D5B0017B-2ECA-49AF-B397-DC140825DF8D}"/>
          </ac:spMkLst>
        </pc:spChg>
        <pc:spChg chg="add del">
          <ac:chgData name="Sara Milla" userId="066c60c930f0ee7e" providerId="LiveId" clId="{F4F1AB15-4B12-4C7A-A7EC-7648ACBA0A6D}" dt="2026-01-15T16:04:08.414" v="3827" actId="26606"/>
          <ac:spMkLst>
            <pc:docMk/>
            <pc:sldMk cId="1168996411" sldId="265"/>
            <ac:spMk id="19" creationId="{E659831F-0D9A-4C63-9EBB-8435B85A440F}"/>
          </ac:spMkLst>
        </pc:spChg>
        <pc:spChg chg="add del">
          <ac:chgData name="Sara Milla" userId="066c60c930f0ee7e" providerId="LiveId" clId="{F4F1AB15-4B12-4C7A-A7EC-7648ACBA0A6D}" dt="2026-01-15T16:15:08.788" v="3906" actId="26606"/>
          <ac:spMkLst>
            <pc:docMk/>
            <pc:sldMk cId="1168996411" sldId="265"/>
            <ac:spMk id="26" creationId="{743AA782-23D1-4521-8CAD-47662984AA08}"/>
          </ac:spMkLst>
        </pc:spChg>
        <pc:spChg chg="add del">
          <ac:chgData name="Sara Milla" userId="066c60c930f0ee7e" providerId="LiveId" clId="{F4F1AB15-4B12-4C7A-A7EC-7648ACBA0A6D}" dt="2026-01-15T16:15:08.788" v="3906" actId="26606"/>
          <ac:spMkLst>
            <pc:docMk/>
            <pc:sldMk cId="1168996411" sldId="265"/>
            <ac:spMk id="28" creationId="{650D18FE-0824-4A46-B22C-A86B52E5780A}"/>
          </ac:spMkLst>
        </pc:spChg>
        <pc:spChg chg="add">
          <ac:chgData name="Sara Milla" userId="066c60c930f0ee7e" providerId="LiveId" clId="{F4F1AB15-4B12-4C7A-A7EC-7648ACBA0A6D}" dt="2026-01-15T16:15:08.788" v="3906" actId="26606"/>
          <ac:spMkLst>
            <pc:docMk/>
            <pc:sldMk cId="1168996411" sldId="265"/>
            <ac:spMk id="33" creationId="{743AA782-23D1-4521-8CAD-47662984AA08}"/>
          </ac:spMkLst>
        </pc:spChg>
        <pc:spChg chg="add">
          <ac:chgData name="Sara Milla" userId="066c60c930f0ee7e" providerId="LiveId" clId="{F4F1AB15-4B12-4C7A-A7EC-7648ACBA0A6D}" dt="2026-01-15T16:15:08.788" v="3906" actId="26606"/>
          <ac:spMkLst>
            <pc:docMk/>
            <pc:sldMk cId="1168996411" sldId="265"/>
            <ac:spMk id="35" creationId="{71877DBC-BB60-40F0-AC93-2ACDBAAE60CE}"/>
          </ac:spMkLst>
        </pc:spChg>
        <pc:grpChg chg="add del">
          <ac:chgData name="Sara Milla" userId="066c60c930f0ee7e" providerId="LiveId" clId="{F4F1AB15-4B12-4C7A-A7EC-7648ACBA0A6D}" dt="2026-01-15T16:04:08.414" v="3827" actId="26606"/>
          <ac:grpSpMkLst>
            <pc:docMk/>
            <pc:sldMk cId="1168996411" sldId="265"/>
            <ac:grpSpMk id="7" creationId="{28FAF094-D087-493F-8DF9-A486C2D6BBAA}"/>
          </ac:grpSpMkLst>
        </pc:grpChg>
        <pc:grpChg chg="add del">
          <ac:chgData name="Sara Milla" userId="066c60c930f0ee7e" providerId="LiveId" clId="{F4F1AB15-4B12-4C7A-A7EC-7648ACBA0A6D}" dt="2026-01-15T15:55:37.930" v="3805"/>
          <ac:grpSpMkLst>
            <pc:docMk/>
            <pc:sldMk cId="1168996411" sldId="265"/>
            <ac:grpSpMk id="10" creationId="{AE1C45F0-260A-458C-96ED-C1F6D2151219}"/>
          </ac:grpSpMkLst>
        </pc:grpChg>
        <pc:picChg chg="add del">
          <ac:chgData name="Sara Milla" userId="066c60c930f0ee7e" providerId="LiveId" clId="{F4F1AB15-4B12-4C7A-A7EC-7648ACBA0A6D}" dt="2026-01-15T15:35:32.542" v="3285" actId="26606"/>
          <ac:picMkLst>
            <pc:docMk/>
            <pc:sldMk cId="1168996411" sldId="265"/>
            <ac:picMk id="5" creationId="{71D94773-A679-CD6E-D5AB-7E80737F9BE8}"/>
          </ac:picMkLst>
        </pc:picChg>
        <pc:picChg chg="add">
          <ac:chgData name="Sara Milla" userId="066c60c930f0ee7e" providerId="LiveId" clId="{F4F1AB15-4B12-4C7A-A7EC-7648ACBA0A6D}" dt="2026-01-15T16:04:08.414" v="3827" actId="26606"/>
          <ac:picMkLst>
            <pc:docMk/>
            <pc:sldMk cId="1168996411" sldId="265"/>
            <ac:picMk id="23" creationId="{CD51E850-78E1-4103-91A5-FE9E159D01C6}"/>
          </ac:picMkLst>
        </pc:picChg>
        <pc:cxnChg chg="add del">
          <ac:chgData name="Sara Milla" userId="066c60c930f0ee7e" providerId="LiveId" clId="{F4F1AB15-4B12-4C7A-A7EC-7648ACBA0A6D}" dt="2026-01-15T15:55:37.930" v="3805"/>
          <ac:cxnSpMkLst>
            <pc:docMk/>
            <pc:sldMk cId="1168996411" sldId="265"/>
            <ac:cxnSpMk id="17" creationId="{6CF1BAF6-AD41-4082-B212-8A1F9A2E8779}"/>
          </ac:cxnSpMkLst>
        </pc:cxnChg>
      </pc:sldChg>
      <pc:sldChg chg="addSp delSp modSp new add del mod setBg modClrScheme delDesignElem chgLayout modNotesTx">
        <pc:chgData name="Sara Milla" userId="066c60c930f0ee7e" providerId="LiveId" clId="{F4F1AB15-4B12-4C7A-A7EC-7648ACBA0A6D}" dt="2026-01-15T16:05:18.801" v="3831" actId="26606"/>
        <pc:sldMkLst>
          <pc:docMk/>
          <pc:sldMk cId="1838506366" sldId="266"/>
        </pc:sldMkLst>
        <pc:spChg chg="add del mod ord">
          <ac:chgData name="Sara Milla" userId="066c60c930f0ee7e" providerId="LiveId" clId="{F4F1AB15-4B12-4C7A-A7EC-7648ACBA0A6D}" dt="2026-01-15T15:41:22.769" v="3339"/>
          <ac:spMkLst>
            <pc:docMk/>
            <pc:sldMk cId="1838506366" sldId="266"/>
            <ac:spMk id="2" creationId="{06D479E7-D24D-BB51-903A-AAE37A8501E7}"/>
          </ac:spMkLst>
        </pc:spChg>
        <pc:spChg chg="del mod ord">
          <ac:chgData name="Sara Milla" userId="066c60c930f0ee7e" providerId="LiveId" clId="{F4F1AB15-4B12-4C7A-A7EC-7648ACBA0A6D}" dt="2026-01-14T13:19:54.811" v="1696" actId="700"/>
          <ac:spMkLst>
            <pc:docMk/>
            <pc:sldMk cId="1838506366" sldId="266"/>
            <ac:spMk id="2" creationId="{BFB3D5D6-8BB6-8B58-9C28-59B5891647A5}"/>
          </ac:spMkLst>
        </pc:spChg>
        <pc:spChg chg="add del mod">
          <ac:chgData name="Sara Milla" userId="066c60c930f0ee7e" providerId="LiveId" clId="{F4F1AB15-4B12-4C7A-A7EC-7648ACBA0A6D}" dt="2026-01-15T15:41:27.544" v="3340"/>
          <ac:spMkLst>
            <pc:docMk/>
            <pc:sldMk cId="1838506366" sldId="266"/>
            <ac:spMk id="3" creationId="{0974135A-FF4C-9A10-E325-70FE17D0F526}"/>
          </ac:spMkLst>
        </pc:spChg>
        <pc:spChg chg="del mod ord">
          <ac:chgData name="Sara Milla" userId="066c60c930f0ee7e" providerId="LiveId" clId="{F4F1AB15-4B12-4C7A-A7EC-7648ACBA0A6D}" dt="2026-01-14T13:19:54.811" v="1696" actId="700"/>
          <ac:spMkLst>
            <pc:docMk/>
            <pc:sldMk cId="1838506366" sldId="266"/>
            <ac:spMk id="3" creationId="{3FBA04AF-FE88-1F40-7BF1-C5C5EB6A08EE}"/>
          </ac:spMkLst>
        </pc:spChg>
        <pc:spChg chg="add mod ord">
          <ac:chgData name="Sara Milla" userId="066c60c930f0ee7e" providerId="LiveId" clId="{F4F1AB15-4B12-4C7A-A7EC-7648ACBA0A6D}" dt="2026-01-15T16:05:18.801" v="3831" actId="26606"/>
          <ac:spMkLst>
            <pc:docMk/>
            <pc:sldMk cId="1838506366" sldId="266"/>
            <ac:spMk id="4" creationId="{B7ABD7DE-0ECE-BC87-DCD0-C57565CE6078}"/>
          </ac:spMkLst>
        </pc:spChg>
        <pc:spChg chg="add del mod">
          <ac:chgData name="Sara Milla" userId="066c60c930f0ee7e" providerId="LiveId" clId="{F4F1AB15-4B12-4C7A-A7EC-7648ACBA0A6D}" dt="2026-01-15T15:41:32.578" v="3341" actId="478"/>
          <ac:spMkLst>
            <pc:docMk/>
            <pc:sldMk cId="1838506366" sldId="266"/>
            <ac:spMk id="5" creationId="{0579F7FD-1CC5-F2E1-0535-1C00AB732C23}"/>
          </ac:spMkLst>
        </pc:spChg>
        <pc:spChg chg="add del mod ord">
          <ac:chgData name="Sara Milla" userId="066c60c930f0ee7e" providerId="LiveId" clId="{F4F1AB15-4B12-4C7A-A7EC-7648ACBA0A6D}" dt="2026-01-15T11:09:26.106" v="1853" actId="700"/>
          <ac:spMkLst>
            <pc:docMk/>
            <pc:sldMk cId="1838506366" sldId="266"/>
            <ac:spMk id="5" creationId="{A74627F8-3F47-42F2-EF8E-9F2354A358BE}"/>
          </ac:spMkLst>
        </pc:spChg>
        <pc:spChg chg="add del mod ord">
          <ac:chgData name="Sara Milla" userId="066c60c930f0ee7e" providerId="LiveId" clId="{F4F1AB15-4B12-4C7A-A7EC-7648ACBA0A6D}" dt="2026-01-15T11:09:26.106" v="1853" actId="700"/>
          <ac:spMkLst>
            <pc:docMk/>
            <pc:sldMk cId="1838506366" sldId="266"/>
            <ac:spMk id="6" creationId="{BCAFB7C4-B032-0442-2F51-747E7D521190}"/>
          </ac:spMkLst>
        </pc:spChg>
        <pc:spChg chg="add">
          <ac:chgData name="Sara Milla" userId="066c60c930f0ee7e" providerId="LiveId" clId="{F4F1AB15-4B12-4C7A-A7EC-7648ACBA0A6D}" dt="2026-01-15T16:05:18.801" v="3831" actId="26606"/>
          <ac:spMkLst>
            <pc:docMk/>
            <pc:sldMk cId="1838506366" sldId="266"/>
            <ac:spMk id="12" creationId="{7301F447-EEF7-48F5-AF73-7566EE7F64AD}"/>
          </ac:spMkLst>
        </pc:spChg>
        <pc:spChg chg="add">
          <ac:chgData name="Sara Milla" userId="066c60c930f0ee7e" providerId="LiveId" clId="{F4F1AB15-4B12-4C7A-A7EC-7648ACBA0A6D}" dt="2026-01-15T16:05:18.801" v="3831" actId="26606"/>
          <ac:spMkLst>
            <pc:docMk/>
            <pc:sldMk cId="1838506366" sldId="266"/>
            <ac:spMk id="13" creationId="{F7117410-A2A4-4085-9ADC-46744551DBDE}"/>
          </ac:spMkLst>
        </pc:spChg>
        <pc:spChg chg="add">
          <ac:chgData name="Sara Milla" userId="066c60c930f0ee7e" providerId="LiveId" clId="{F4F1AB15-4B12-4C7A-A7EC-7648ACBA0A6D}" dt="2026-01-15T16:05:18.801" v="3831" actId="26606"/>
          <ac:spMkLst>
            <pc:docMk/>
            <pc:sldMk cId="1838506366" sldId="266"/>
            <ac:spMk id="14" creationId="{99F74EB5-E547-4FB4-95F5-BCC788F3C4A0}"/>
          </ac:spMkLst>
        </pc:spChg>
        <pc:spChg chg="add del">
          <ac:chgData name="Sara Milla" userId="066c60c930f0ee7e" providerId="LiveId" clId="{F4F1AB15-4B12-4C7A-A7EC-7648ACBA0A6D}" dt="2026-01-15T15:55:37.930" v="3805"/>
          <ac:spMkLst>
            <pc:docMk/>
            <pc:sldMk cId="1838506366" sldId="266"/>
            <ac:spMk id="15" creationId="{9D8233B0-41B5-4D9A-AEEC-13DB66A8C9B5}"/>
          </ac:spMkLst>
        </pc:spChg>
        <pc:spChg chg="add del">
          <ac:chgData name="Sara Milla" userId="066c60c930f0ee7e" providerId="LiveId" clId="{F4F1AB15-4B12-4C7A-A7EC-7648ACBA0A6D}" dt="2026-01-15T15:55:37.930" v="3805"/>
          <ac:spMkLst>
            <pc:docMk/>
            <pc:sldMk cId="1838506366" sldId="266"/>
            <ac:spMk id="21" creationId="{E659831F-0D9A-4C63-9EBB-8435B85A440F}"/>
          </ac:spMkLst>
        </pc:spChg>
        <pc:grpChg chg="add mod">
          <ac:chgData name="Sara Milla" userId="066c60c930f0ee7e" providerId="LiveId" clId="{F4F1AB15-4B12-4C7A-A7EC-7648ACBA0A6D}" dt="2026-01-15T16:05:18.801" v="3831" actId="26606"/>
          <ac:grpSpMkLst>
            <pc:docMk/>
            <pc:sldMk cId="1838506366" sldId="266"/>
            <ac:grpSpMk id="10" creationId="{53BD7E4A-DD02-D4B2-5542-63A3736F4490}"/>
          </ac:grpSpMkLst>
        </pc:grpChg>
        <pc:grpChg chg="add del">
          <ac:chgData name="Sara Milla" userId="066c60c930f0ee7e" providerId="LiveId" clId="{F4F1AB15-4B12-4C7A-A7EC-7648ACBA0A6D}" dt="2026-01-15T15:55:37.930" v="3805"/>
          <ac:grpSpMkLst>
            <pc:docMk/>
            <pc:sldMk cId="1838506366" sldId="266"/>
            <ac:grpSpMk id="17" creationId="{28FAF094-D087-493F-8DF9-A486C2D6BBAA}"/>
          </ac:grpSpMkLst>
        </pc:grpChg>
        <pc:picChg chg="add mod">
          <ac:chgData name="Sara Milla" userId="066c60c930f0ee7e" providerId="LiveId" clId="{F4F1AB15-4B12-4C7A-A7EC-7648ACBA0A6D}" dt="2026-01-15T15:44:21.376" v="3345" actId="164"/>
          <ac:picMkLst>
            <pc:docMk/>
            <pc:sldMk cId="1838506366" sldId="266"/>
            <ac:picMk id="7" creationId="{882E155D-1841-EF9C-F847-2E4FE1825CEB}"/>
          </ac:picMkLst>
        </pc:picChg>
        <pc:picChg chg="add mod">
          <ac:chgData name="Sara Milla" userId="066c60c930f0ee7e" providerId="LiveId" clId="{F4F1AB15-4B12-4C7A-A7EC-7648ACBA0A6D}" dt="2026-01-15T15:44:21.376" v="3345" actId="164"/>
          <ac:picMkLst>
            <pc:docMk/>
            <pc:sldMk cId="1838506366" sldId="266"/>
            <ac:picMk id="9" creationId="{DD3B4218-9B67-1552-0DD1-117EDCEEBCCB}"/>
          </ac:picMkLst>
        </pc:picChg>
      </pc:sldChg>
      <pc:sldChg chg="addSp delSp modSp new mod modNotesTx">
        <pc:chgData name="Sara Milla" userId="066c60c930f0ee7e" providerId="LiveId" clId="{F4F1AB15-4B12-4C7A-A7EC-7648ACBA0A6D}" dt="2026-01-15T16:17:57.040" v="3909" actId="20577"/>
        <pc:sldMkLst>
          <pc:docMk/>
          <pc:sldMk cId="2810788139" sldId="267"/>
        </pc:sldMkLst>
        <pc:spChg chg="mod">
          <ac:chgData name="Sara Milla" userId="066c60c930f0ee7e" providerId="LiveId" clId="{F4F1AB15-4B12-4C7A-A7EC-7648ACBA0A6D}" dt="2026-01-15T16:17:57.040" v="3909" actId="20577"/>
          <ac:spMkLst>
            <pc:docMk/>
            <pc:sldMk cId="2810788139" sldId="267"/>
            <ac:spMk id="2" creationId="{37F04D9E-4AEB-AF0C-B22D-4D6766388436}"/>
          </ac:spMkLst>
        </pc:spChg>
        <pc:spChg chg="add del mod">
          <ac:chgData name="Sara Milla" userId="066c60c930f0ee7e" providerId="LiveId" clId="{F4F1AB15-4B12-4C7A-A7EC-7648ACBA0A6D}" dt="2026-01-15T15:59:46.157" v="3817" actId="26606"/>
          <ac:spMkLst>
            <pc:docMk/>
            <pc:sldMk cId="2810788139" sldId="267"/>
            <ac:spMk id="3" creationId="{E0F8DECE-B769-7A64-D5C0-47E404687D34}"/>
          </ac:spMkLst>
        </pc:spChg>
        <pc:spChg chg="del">
          <ac:chgData name="Sara Milla" userId="066c60c930f0ee7e" providerId="LiveId" clId="{F4F1AB15-4B12-4C7A-A7EC-7648ACBA0A6D}" dt="2026-01-15T15:33:59.128" v="3246" actId="478"/>
          <ac:spMkLst>
            <pc:docMk/>
            <pc:sldMk cId="2810788139" sldId="267"/>
            <ac:spMk id="4" creationId="{E9369F53-CE4C-58AA-1017-11443D297D7B}"/>
          </ac:spMkLst>
        </pc:spChg>
        <pc:graphicFrameChg chg="add del mod">
          <ac:chgData name="Sara Milla" userId="066c60c930f0ee7e" providerId="LiveId" clId="{F4F1AB15-4B12-4C7A-A7EC-7648ACBA0A6D}" dt="2026-01-15T15:59:25.251" v="3816" actId="26606"/>
          <ac:graphicFrameMkLst>
            <pc:docMk/>
            <pc:sldMk cId="2810788139" sldId="267"/>
            <ac:graphicFrameMk id="5" creationId="{E29F8174-7A76-EDF5-1304-9537792557E1}"/>
          </ac:graphicFrameMkLst>
        </pc:graphicFrameChg>
        <pc:graphicFrameChg chg="add mod">
          <ac:chgData name="Sara Milla" userId="066c60c930f0ee7e" providerId="LiveId" clId="{F4F1AB15-4B12-4C7A-A7EC-7648ACBA0A6D}" dt="2026-01-15T16:02:13.646" v="3826"/>
          <ac:graphicFrameMkLst>
            <pc:docMk/>
            <pc:sldMk cId="2810788139" sldId="267"/>
            <ac:graphicFrameMk id="6" creationId="{9ABC1E25-A602-730C-02CE-31CEEB885DF4}"/>
          </ac:graphicFrameMkLst>
        </pc:graphicFrameChg>
      </pc:sldChg>
      <pc:sldChg chg="new del">
        <pc:chgData name="Sara Milla" userId="066c60c930f0ee7e" providerId="LiveId" clId="{F4F1AB15-4B12-4C7A-A7EC-7648ACBA0A6D}" dt="2026-01-14T13:19:50.926" v="1695" actId="47"/>
        <pc:sldMkLst>
          <pc:docMk/>
          <pc:sldMk cId="3111836448" sldId="267"/>
        </pc:sldMkLst>
      </pc:sldChg>
      <pc:sldChg chg="modSp new del mod">
        <pc:chgData name="Sara Milla" userId="066c60c930f0ee7e" providerId="LiveId" clId="{F4F1AB15-4B12-4C7A-A7EC-7648ACBA0A6D}" dt="2026-01-15T15:57:42.448" v="3810" actId="47"/>
        <pc:sldMkLst>
          <pc:docMk/>
          <pc:sldMk cId="2420114638" sldId="268"/>
        </pc:sldMkLst>
        <pc:spChg chg="mod">
          <ac:chgData name="Sara Milla" userId="066c60c930f0ee7e" providerId="LiveId" clId="{F4F1AB15-4B12-4C7A-A7EC-7648ACBA0A6D}" dt="2026-01-15T15:55:39.605" v="3806"/>
          <ac:spMkLst>
            <pc:docMk/>
            <pc:sldMk cId="2420114638" sldId="268"/>
            <ac:spMk id="2" creationId="{C46CC512-295F-8670-8951-76CF8648EE7B}"/>
          </ac:spMkLst>
        </pc:spChg>
        <pc:spChg chg="mod">
          <ac:chgData name="Sara Milla" userId="066c60c930f0ee7e" providerId="LiveId" clId="{F4F1AB15-4B12-4C7A-A7EC-7648ACBA0A6D}" dt="2026-01-15T15:55:39.605" v="3806"/>
          <ac:spMkLst>
            <pc:docMk/>
            <pc:sldMk cId="2420114638" sldId="268"/>
            <ac:spMk id="3" creationId="{4C5464DE-27D5-CC00-2B5C-6886DDA9C4D4}"/>
          </ac:spMkLst>
        </pc:spChg>
        <pc:spChg chg="mod">
          <ac:chgData name="Sara Milla" userId="066c60c930f0ee7e" providerId="LiveId" clId="{F4F1AB15-4B12-4C7A-A7EC-7648ACBA0A6D}" dt="2026-01-15T15:55:39.605" v="3806"/>
          <ac:spMkLst>
            <pc:docMk/>
            <pc:sldMk cId="2420114638" sldId="268"/>
            <ac:spMk id="4" creationId="{B638BCC2-1490-497A-86DF-2B290D58800E}"/>
          </ac:spMkLst>
        </pc:spChg>
      </pc:sldChg>
      <pc:sldChg chg="add del">
        <pc:chgData name="Sara Milla" userId="066c60c930f0ee7e" providerId="LiveId" clId="{F4F1AB15-4B12-4C7A-A7EC-7648ACBA0A6D}" dt="2026-01-15T15:23:54.399" v="2601" actId="47"/>
        <pc:sldMkLst>
          <pc:docMk/>
          <pc:sldMk cId="1941634982" sldId="269"/>
        </pc:sldMkLst>
      </pc:sldChg>
      <pc:sldChg chg="add del">
        <pc:chgData name="Sara Milla" userId="066c60c930f0ee7e" providerId="LiveId" clId="{F4F1AB15-4B12-4C7A-A7EC-7648ACBA0A6D}" dt="2026-01-15T15:16:14.421" v="2206" actId="2890"/>
        <pc:sldMkLst>
          <pc:docMk/>
          <pc:sldMk cId="3689668806" sldId="269"/>
        </pc:sldMkLst>
      </pc:sldChg>
      <pc:sldChg chg="addSp delSp modSp add mod delDesignElem modNotesTx">
        <pc:chgData name="Sara Milla" userId="066c60c930f0ee7e" providerId="LiveId" clId="{F4F1AB15-4B12-4C7A-A7EC-7648ACBA0A6D}" dt="2026-01-15T21:08:27.021" v="5492" actId="20577"/>
        <pc:sldMkLst>
          <pc:docMk/>
          <pc:sldMk cId="987714480" sldId="270"/>
        </pc:sldMkLst>
        <pc:spChg chg="mod">
          <ac:chgData name="Sara Milla" userId="066c60c930f0ee7e" providerId="LiveId" clId="{F4F1AB15-4B12-4C7A-A7EC-7648ACBA0A6D}" dt="2026-01-15T21:08:23.061" v="5481" actId="20577"/>
          <ac:spMkLst>
            <pc:docMk/>
            <pc:sldMk cId="987714480" sldId="270"/>
            <ac:spMk id="2" creationId="{F1AC31B2-8D35-800D-ACB8-6EBA8B1F8885}"/>
          </ac:spMkLst>
        </pc:spChg>
        <pc:spChg chg="mod">
          <ac:chgData name="Sara Milla" userId="066c60c930f0ee7e" providerId="LiveId" clId="{F4F1AB15-4B12-4C7A-A7EC-7648ACBA0A6D}" dt="2026-01-15T16:14:40.483" v="3899" actId="403"/>
          <ac:spMkLst>
            <pc:docMk/>
            <pc:sldMk cId="987714480" sldId="270"/>
            <ac:spMk id="3" creationId="{3074C7E5-1E8A-0FE7-7A78-1CD49E858B58}"/>
          </ac:spMkLst>
        </pc:spChg>
        <pc:spChg chg="add">
          <ac:chgData name="Sara Milla" userId="066c60c930f0ee7e" providerId="LiveId" clId="{F4F1AB15-4B12-4C7A-A7EC-7648ACBA0A6D}" dt="2026-01-15T16:14:30.351" v="3898" actId="26606"/>
          <ac:spMkLst>
            <pc:docMk/>
            <pc:sldMk cId="987714480" sldId="270"/>
            <ac:spMk id="6" creationId="{DB17E863-922E-4C26-BD64-E8FD41D28661}"/>
          </ac:spMkLst>
        </pc:spChg>
        <pc:spChg chg="add">
          <ac:chgData name="Sara Milla" userId="066c60c930f0ee7e" providerId="LiveId" clId="{F4F1AB15-4B12-4C7A-A7EC-7648ACBA0A6D}" dt="2026-01-15T16:14:30.351" v="3898" actId="26606"/>
          <ac:spMkLst>
            <pc:docMk/>
            <pc:sldMk cId="987714480" sldId="270"/>
            <ac:spMk id="8" creationId="{100EDD19-6802-4EC3-95CE-CFFAB042CFD6}"/>
          </ac:spMkLst>
        </pc:spChg>
        <pc:spChg chg="add del">
          <ac:chgData name="Sara Milla" userId="066c60c930f0ee7e" providerId="LiveId" clId="{F4F1AB15-4B12-4C7A-A7EC-7648ACBA0A6D}" dt="2026-01-15T15:55:37.930" v="3805"/>
          <ac:spMkLst>
            <pc:docMk/>
            <pc:sldMk cId="987714480" sldId="270"/>
            <ac:spMk id="10" creationId="{19EF4510-9FE7-0B3B-2E6C-3B37396E130A}"/>
          </ac:spMkLst>
        </pc:spChg>
        <pc:spChg chg="add del">
          <ac:chgData name="Sara Milla" userId="066c60c930f0ee7e" providerId="LiveId" clId="{F4F1AB15-4B12-4C7A-A7EC-7648ACBA0A6D}" dt="2026-01-15T15:55:37.930" v="3805"/>
          <ac:spMkLst>
            <pc:docMk/>
            <pc:sldMk cId="987714480" sldId="270"/>
            <ac:spMk id="12" creationId="{0978B94F-36D2-FE5B-EF28-BE4413586D9D}"/>
          </ac:spMkLst>
        </pc:spChg>
        <pc:spChg chg="add del">
          <ac:chgData name="Sara Milla" userId="066c60c930f0ee7e" providerId="LiveId" clId="{F4F1AB15-4B12-4C7A-A7EC-7648ACBA0A6D}" dt="2026-01-15T15:49:49.217" v="3503" actId="26606"/>
          <ac:spMkLst>
            <pc:docMk/>
            <pc:sldMk cId="987714480" sldId="270"/>
            <ac:spMk id="17" creationId="{DBF61EA3-B236-439E-9C0B-340980D56BEE}"/>
          </ac:spMkLst>
        </pc:spChg>
        <pc:spChg chg="add del">
          <ac:chgData name="Sara Milla" userId="066c60c930f0ee7e" providerId="LiveId" clId="{F4F1AB15-4B12-4C7A-A7EC-7648ACBA0A6D}" dt="2026-01-15T15:49:49.217" v="3503" actId="26606"/>
          <ac:spMkLst>
            <pc:docMk/>
            <pc:sldMk cId="987714480" sldId="270"/>
            <ac:spMk id="23" creationId="{E659831F-0D9A-4C63-9EBB-8435B85A440F}"/>
          </ac:spMkLst>
        </pc:spChg>
        <pc:grpChg chg="add del">
          <ac:chgData name="Sara Milla" userId="066c60c930f0ee7e" providerId="LiveId" clId="{F4F1AB15-4B12-4C7A-A7EC-7648ACBA0A6D}" dt="2026-01-15T15:49:49.217" v="3503" actId="26606"/>
          <ac:grpSpMkLst>
            <pc:docMk/>
            <pc:sldMk cId="987714480" sldId="270"/>
            <ac:grpSpMk id="19" creationId="{28FAF094-D087-493F-8DF9-A486C2D6BBAA}"/>
          </ac:grpSpMkLst>
        </pc:grpChg>
        <pc:picChg chg="del">
          <ac:chgData name="Sara Milla" userId="066c60c930f0ee7e" providerId="LiveId" clId="{F4F1AB15-4B12-4C7A-A7EC-7648ACBA0A6D}" dt="2026-01-15T15:24:02.455" v="2604" actId="478"/>
          <ac:picMkLst>
            <pc:docMk/>
            <pc:sldMk cId="987714480" sldId="270"/>
            <ac:picMk id="5" creationId="{CB159D2A-5AB1-812B-9C95-4818AE182265}"/>
          </ac:picMkLst>
        </pc:picChg>
      </pc:sldChg>
      <pc:sldChg chg="addSp delSp modSp add mod setBg delDesignElem modNotesTx">
        <pc:chgData name="Sara Milla" userId="066c60c930f0ee7e" providerId="LiveId" clId="{F4F1AB15-4B12-4C7A-A7EC-7648ACBA0A6D}" dt="2026-01-15T16:05:22.177" v="3832" actId="26606"/>
        <pc:sldMkLst>
          <pc:docMk/>
          <pc:sldMk cId="94437222" sldId="271"/>
        </pc:sldMkLst>
        <pc:spChg chg="del">
          <ac:chgData name="Sara Milla" userId="066c60c930f0ee7e" providerId="LiveId" clId="{F4F1AB15-4B12-4C7A-A7EC-7648ACBA0A6D}" dt="2026-01-15T15:45:01.219" v="3346" actId="478"/>
          <ac:spMkLst>
            <pc:docMk/>
            <pc:sldMk cId="94437222" sldId="271"/>
            <ac:spMk id="2" creationId="{2B72959B-95D6-2904-AD2B-D02369B6F8DC}"/>
          </ac:spMkLst>
        </pc:spChg>
        <pc:spChg chg="mod">
          <ac:chgData name="Sara Milla" userId="066c60c930f0ee7e" providerId="LiveId" clId="{F4F1AB15-4B12-4C7A-A7EC-7648ACBA0A6D}" dt="2026-01-15T16:05:22.177" v="3832" actId="26606"/>
          <ac:spMkLst>
            <pc:docMk/>
            <pc:sldMk cId="94437222" sldId="271"/>
            <ac:spMk id="4" creationId="{9B31DD9B-4516-23B7-C533-88FBA6F1D7E1}"/>
          </ac:spMkLst>
        </pc:spChg>
        <pc:spChg chg="add">
          <ac:chgData name="Sara Milla" userId="066c60c930f0ee7e" providerId="LiveId" clId="{F4F1AB15-4B12-4C7A-A7EC-7648ACBA0A6D}" dt="2026-01-15T16:05:22.177" v="3832" actId="26606"/>
          <ac:spMkLst>
            <pc:docMk/>
            <pc:sldMk cId="94437222" sldId="271"/>
            <ac:spMk id="10" creationId="{7301F447-EEF7-48F5-AF73-7566EE7F64AD}"/>
          </ac:spMkLst>
        </pc:spChg>
        <pc:spChg chg="add">
          <ac:chgData name="Sara Milla" userId="066c60c930f0ee7e" providerId="LiveId" clId="{F4F1AB15-4B12-4C7A-A7EC-7648ACBA0A6D}" dt="2026-01-15T16:05:22.177" v="3832" actId="26606"/>
          <ac:spMkLst>
            <pc:docMk/>
            <pc:sldMk cId="94437222" sldId="271"/>
            <ac:spMk id="11" creationId="{F7117410-A2A4-4085-9ADC-46744551DBDE}"/>
          </ac:spMkLst>
        </pc:spChg>
        <pc:spChg chg="add">
          <ac:chgData name="Sara Milla" userId="066c60c930f0ee7e" providerId="LiveId" clId="{F4F1AB15-4B12-4C7A-A7EC-7648ACBA0A6D}" dt="2026-01-15T16:05:22.177" v="3832" actId="26606"/>
          <ac:spMkLst>
            <pc:docMk/>
            <pc:sldMk cId="94437222" sldId="271"/>
            <ac:spMk id="12" creationId="{99F74EB5-E547-4FB4-95F5-BCC788F3C4A0}"/>
          </ac:spMkLst>
        </pc:spChg>
        <pc:spChg chg="add del">
          <ac:chgData name="Sara Milla" userId="066c60c930f0ee7e" providerId="LiveId" clId="{F4F1AB15-4B12-4C7A-A7EC-7648ACBA0A6D}" dt="2026-01-15T15:48:49.820" v="3493" actId="26606"/>
          <ac:spMkLst>
            <pc:docMk/>
            <pc:sldMk cId="94437222" sldId="271"/>
            <ac:spMk id="13" creationId="{738F59A4-4431-460D-8E49-6E65C189A566}"/>
          </ac:spMkLst>
        </pc:spChg>
        <pc:spChg chg="add del">
          <ac:chgData name="Sara Milla" userId="066c60c930f0ee7e" providerId="LiveId" clId="{F4F1AB15-4B12-4C7A-A7EC-7648ACBA0A6D}" dt="2026-01-15T15:48:51.944" v="3495" actId="26606"/>
          <ac:spMkLst>
            <pc:docMk/>
            <pc:sldMk cId="94437222" sldId="271"/>
            <ac:spMk id="19" creationId="{56E9B3E6-E277-4D68-BA48-9CB43FFBD6E2}"/>
          </ac:spMkLst>
        </pc:spChg>
        <pc:spChg chg="add del">
          <ac:chgData name="Sara Milla" userId="066c60c930f0ee7e" providerId="LiveId" clId="{F4F1AB15-4B12-4C7A-A7EC-7648ACBA0A6D}" dt="2026-01-15T15:48:51.944" v="3495" actId="26606"/>
          <ac:spMkLst>
            <pc:docMk/>
            <pc:sldMk cId="94437222" sldId="271"/>
            <ac:spMk id="20" creationId="{D5B0017B-2ECA-49AF-B397-DC140825DF8D}"/>
          </ac:spMkLst>
        </pc:spChg>
        <pc:spChg chg="add del">
          <ac:chgData name="Sara Milla" userId="066c60c930f0ee7e" providerId="LiveId" clId="{F4F1AB15-4B12-4C7A-A7EC-7648ACBA0A6D}" dt="2026-01-15T15:48:57.470" v="3497" actId="26606"/>
          <ac:spMkLst>
            <pc:docMk/>
            <pc:sldMk cId="94437222" sldId="271"/>
            <ac:spMk id="26" creationId="{9D8233B0-41B5-4D9A-AEEC-13DB66A8C9B5}"/>
          </ac:spMkLst>
        </pc:spChg>
        <pc:spChg chg="add del">
          <ac:chgData name="Sara Milla" userId="066c60c930f0ee7e" providerId="LiveId" clId="{F4F1AB15-4B12-4C7A-A7EC-7648ACBA0A6D}" dt="2026-01-15T15:48:57.470" v="3497" actId="26606"/>
          <ac:spMkLst>
            <pc:docMk/>
            <pc:sldMk cId="94437222" sldId="271"/>
            <ac:spMk id="28" creationId="{E659831F-0D9A-4C63-9EBB-8435B85A440F}"/>
          </ac:spMkLst>
        </pc:spChg>
        <pc:spChg chg="add del">
          <ac:chgData name="Sara Milla" userId="066c60c930f0ee7e" providerId="LiveId" clId="{F4F1AB15-4B12-4C7A-A7EC-7648ACBA0A6D}" dt="2026-01-15T15:49:01.345" v="3499" actId="26606"/>
          <ac:spMkLst>
            <pc:docMk/>
            <pc:sldMk cId="94437222" sldId="271"/>
            <ac:spMk id="30" creationId="{6C4028FD-8BAA-4A19-BFDE-594D991B7552}"/>
          </ac:spMkLst>
        </pc:spChg>
        <pc:spChg chg="add del">
          <ac:chgData name="Sara Milla" userId="066c60c930f0ee7e" providerId="LiveId" clId="{F4F1AB15-4B12-4C7A-A7EC-7648ACBA0A6D}" dt="2026-01-15T15:55:37.930" v="3805"/>
          <ac:spMkLst>
            <pc:docMk/>
            <pc:sldMk cId="94437222" sldId="271"/>
            <ac:spMk id="32" creationId="{9D8233B0-41B5-4D9A-AEEC-13DB66A8C9B5}"/>
          </ac:spMkLst>
        </pc:spChg>
        <pc:spChg chg="add del">
          <ac:chgData name="Sara Milla" userId="066c60c930f0ee7e" providerId="LiveId" clId="{F4F1AB15-4B12-4C7A-A7EC-7648ACBA0A6D}" dt="2026-01-15T15:55:37.930" v="3805"/>
          <ac:spMkLst>
            <pc:docMk/>
            <pc:sldMk cId="94437222" sldId="271"/>
            <ac:spMk id="34" creationId="{E659831F-0D9A-4C63-9EBB-8435B85A440F}"/>
          </ac:spMkLst>
        </pc:spChg>
        <pc:grpChg chg="add mod">
          <ac:chgData name="Sara Milla" userId="066c60c930f0ee7e" providerId="LiveId" clId="{F4F1AB15-4B12-4C7A-A7EC-7648ACBA0A6D}" dt="2026-01-15T16:05:22.177" v="3832" actId="26606"/>
          <ac:grpSpMkLst>
            <pc:docMk/>
            <pc:sldMk cId="94437222" sldId="271"/>
            <ac:grpSpMk id="8" creationId="{927206D7-70D6-6974-4FCA-20AF64722719}"/>
          </ac:grpSpMkLst>
        </pc:grpChg>
        <pc:grpChg chg="add del">
          <ac:chgData name="Sara Milla" userId="066c60c930f0ee7e" providerId="LiveId" clId="{F4F1AB15-4B12-4C7A-A7EC-7648ACBA0A6D}" dt="2026-01-15T15:48:49.820" v="3493" actId="26606"/>
          <ac:grpSpMkLst>
            <pc:docMk/>
            <pc:sldMk cId="94437222" sldId="271"/>
            <ac:grpSpMk id="15" creationId="{8A919B9C-5C01-47E4-B2F2-45F589208ABF}"/>
          </ac:grpSpMkLst>
        </pc:grpChg>
        <pc:grpChg chg="add del">
          <ac:chgData name="Sara Milla" userId="066c60c930f0ee7e" providerId="LiveId" clId="{F4F1AB15-4B12-4C7A-A7EC-7648ACBA0A6D}" dt="2026-01-15T15:48:51.944" v="3495" actId="26606"/>
          <ac:grpSpMkLst>
            <pc:docMk/>
            <pc:sldMk cId="94437222" sldId="271"/>
            <ac:grpSpMk id="21" creationId="{AE1C45F0-260A-458C-96ED-C1F6D2151219}"/>
          </ac:grpSpMkLst>
        </pc:grpChg>
        <pc:grpChg chg="add del">
          <ac:chgData name="Sara Milla" userId="066c60c930f0ee7e" providerId="LiveId" clId="{F4F1AB15-4B12-4C7A-A7EC-7648ACBA0A6D}" dt="2026-01-15T15:48:57.470" v="3497" actId="26606"/>
          <ac:grpSpMkLst>
            <pc:docMk/>
            <pc:sldMk cId="94437222" sldId="271"/>
            <ac:grpSpMk id="27" creationId="{28FAF094-D087-493F-8DF9-A486C2D6BBAA}"/>
          </ac:grpSpMkLst>
        </pc:grpChg>
        <pc:grpChg chg="add del">
          <ac:chgData name="Sara Milla" userId="066c60c930f0ee7e" providerId="LiveId" clId="{F4F1AB15-4B12-4C7A-A7EC-7648ACBA0A6D}" dt="2026-01-15T15:55:37.930" v="3805"/>
          <ac:grpSpMkLst>
            <pc:docMk/>
            <pc:sldMk cId="94437222" sldId="271"/>
            <ac:grpSpMk id="33" creationId="{28FAF094-D087-493F-8DF9-A486C2D6BBAA}"/>
          </ac:grpSpMkLst>
        </pc:grpChg>
        <pc:picChg chg="add mod">
          <ac:chgData name="Sara Milla" userId="066c60c930f0ee7e" providerId="LiveId" clId="{F4F1AB15-4B12-4C7A-A7EC-7648ACBA0A6D}" dt="2026-01-15T15:45:38.936" v="3350" actId="164"/>
          <ac:picMkLst>
            <pc:docMk/>
            <pc:sldMk cId="94437222" sldId="271"/>
            <ac:picMk id="5" creationId="{F33AB2FF-4563-9D00-7A21-AF3E65BA50B5}"/>
          </ac:picMkLst>
        </pc:picChg>
        <pc:picChg chg="add mod">
          <ac:chgData name="Sara Milla" userId="066c60c930f0ee7e" providerId="LiveId" clId="{F4F1AB15-4B12-4C7A-A7EC-7648ACBA0A6D}" dt="2026-01-15T15:45:38.936" v="3350" actId="164"/>
          <ac:picMkLst>
            <pc:docMk/>
            <pc:sldMk cId="94437222" sldId="271"/>
            <ac:picMk id="7" creationId="{1558FEF3-2B98-C67B-D1E5-932FBD85A4B9}"/>
          </ac:picMkLst>
        </pc:picChg>
        <pc:cxnChg chg="add del">
          <ac:chgData name="Sara Milla" userId="066c60c930f0ee7e" providerId="LiveId" clId="{F4F1AB15-4B12-4C7A-A7EC-7648ACBA0A6D}" dt="2026-01-15T15:48:51.944" v="3495" actId="26606"/>
          <ac:cxnSpMkLst>
            <pc:docMk/>
            <pc:sldMk cId="94437222" sldId="271"/>
            <ac:cxnSpMk id="22" creationId="{6CF1BAF6-AD41-4082-B212-8A1F9A2E8779}"/>
          </ac:cxnSpMkLst>
        </pc:cxn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BAD697-C08D-4CF3-A564-5C6F975A082E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F689E73-2053-4B32-A700-999575A014A3}">
      <dgm:prSet phldrT="[Text]" phldr="0"/>
      <dgm:spPr/>
      <dgm:t>
        <a:bodyPr/>
        <a:lstStyle/>
        <a:p>
          <a:r>
            <a:rPr lang="en-US" dirty="0"/>
            <a:t>Raw XMI</a:t>
          </a:r>
        </a:p>
      </dgm:t>
    </dgm:pt>
    <dgm:pt modelId="{7DB6F1E9-C1B2-41E1-A812-EDDA25CCC68D}" type="parTrans" cxnId="{7D3EB510-F5D2-42C3-BE7F-29C7C5912A24}">
      <dgm:prSet/>
      <dgm:spPr/>
      <dgm:t>
        <a:bodyPr/>
        <a:lstStyle/>
        <a:p>
          <a:endParaRPr lang="en-US"/>
        </a:p>
      </dgm:t>
    </dgm:pt>
    <dgm:pt modelId="{ED831C9B-8AAD-4F9A-BB85-119E8A9D5FD9}" type="sibTrans" cxnId="{7D3EB510-F5D2-42C3-BE7F-29C7C5912A24}">
      <dgm:prSet/>
      <dgm:spPr/>
      <dgm:t>
        <a:bodyPr/>
        <a:lstStyle/>
        <a:p>
          <a:endParaRPr lang="en-US"/>
        </a:p>
      </dgm:t>
    </dgm:pt>
    <dgm:pt modelId="{EA9E1EA2-64E0-4B02-A3AF-9598A36FFFDF}">
      <dgm:prSet phldrT="[Text]" phldr="0"/>
      <dgm:spPr/>
      <dgm:t>
        <a:bodyPr/>
        <a:lstStyle/>
        <a:p>
          <a:r>
            <a:rPr lang="en-US" dirty="0"/>
            <a:t>XMI Parser</a:t>
          </a:r>
        </a:p>
      </dgm:t>
    </dgm:pt>
    <dgm:pt modelId="{953019FB-5380-4F83-A3BF-5C82E021F995}" type="parTrans" cxnId="{0AB97A7D-1237-49B7-9812-6E8EF3B2422E}">
      <dgm:prSet/>
      <dgm:spPr/>
      <dgm:t>
        <a:bodyPr/>
        <a:lstStyle/>
        <a:p>
          <a:endParaRPr lang="en-US"/>
        </a:p>
      </dgm:t>
    </dgm:pt>
    <dgm:pt modelId="{AA2B287D-AF03-408A-8350-65F840C08EB0}" type="sibTrans" cxnId="{0AB97A7D-1237-49B7-9812-6E8EF3B2422E}">
      <dgm:prSet/>
      <dgm:spPr/>
      <dgm:t>
        <a:bodyPr/>
        <a:lstStyle/>
        <a:p>
          <a:endParaRPr lang="en-US"/>
        </a:p>
      </dgm:t>
    </dgm:pt>
    <dgm:pt modelId="{C9B2F7B8-7DF6-4C46-AEE4-3A0C87BA3CD5}">
      <dgm:prSet phldrT="[Text]" phldr="0"/>
      <dgm:spPr/>
      <dgm:t>
        <a:bodyPr/>
        <a:lstStyle/>
        <a:p>
          <a:r>
            <a:rPr lang="en-US" dirty="0"/>
            <a:t>Plain Text &amp; List[entity]</a:t>
          </a:r>
        </a:p>
      </dgm:t>
    </dgm:pt>
    <dgm:pt modelId="{994AE1AF-FB51-4B49-BB8D-6575614997AC}" type="parTrans" cxnId="{0B835883-3E2E-4ECF-AF6A-90F623EC99F9}">
      <dgm:prSet/>
      <dgm:spPr/>
      <dgm:t>
        <a:bodyPr/>
        <a:lstStyle/>
        <a:p>
          <a:endParaRPr lang="en-US"/>
        </a:p>
      </dgm:t>
    </dgm:pt>
    <dgm:pt modelId="{42CFBCBF-6EAE-4F30-A3AD-3924A9819540}" type="sibTrans" cxnId="{0B835883-3E2E-4ECF-AF6A-90F623EC99F9}">
      <dgm:prSet/>
      <dgm:spPr/>
      <dgm:t>
        <a:bodyPr/>
        <a:lstStyle/>
        <a:p>
          <a:endParaRPr lang="en-US"/>
        </a:p>
      </dgm:t>
    </dgm:pt>
    <dgm:pt modelId="{E35D8D0B-82AD-42C6-A1A6-64847DFF0498}" type="pres">
      <dgm:prSet presAssocID="{95BAD697-C08D-4CF3-A564-5C6F975A082E}" presName="CompostProcess" presStyleCnt="0">
        <dgm:presLayoutVars>
          <dgm:dir/>
          <dgm:resizeHandles val="exact"/>
        </dgm:presLayoutVars>
      </dgm:prSet>
      <dgm:spPr/>
    </dgm:pt>
    <dgm:pt modelId="{7618528D-5A62-47B0-B8AC-EE8B762D29C6}" type="pres">
      <dgm:prSet presAssocID="{95BAD697-C08D-4CF3-A564-5C6F975A082E}" presName="arrow" presStyleLbl="bgShp" presStyleIdx="0" presStyleCnt="1"/>
      <dgm:spPr/>
    </dgm:pt>
    <dgm:pt modelId="{E72DE278-00F0-471F-9B2F-E009C305BEEF}" type="pres">
      <dgm:prSet presAssocID="{95BAD697-C08D-4CF3-A564-5C6F975A082E}" presName="linearProcess" presStyleCnt="0"/>
      <dgm:spPr/>
    </dgm:pt>
    <dgm:pt modelId="{DDB4DEDE-1475-4A3D-9719-C788E70CDAED}" type="pres">
      <dgm:prSet presAssocID="{FF689E73-2053-4B32-A700-999575A014A3}" presName="textNode" presStyleLbl="node1" presStyleIdx="0" presStyleCnt="3">
        <dgm:presLayoutVars>
          <dgm:bulletEnabled val="1"/>
        </dgm:presLayoutVars>
      </dgm:prSet>
      <dgm:spPr/>
    </dgm:pt>
    <dgm:pt modelId="{C8C59314-DE73-423F-BCB5-430C821A9890}" type="pres">
      <dgm:prSet presAssocID="{ED831C9B-8AAD-4F9A-BB85-119E8A9D5FD9}" presName="sibTrans" presStyleCnt="0"/>
      <dgm:spPr/>
    </dgm:pt>
    <dgm:pt modelId="{B809B7A5-0F3D-46AA-BC4B-B3513DD78943}" type="pres">
      <dgm:prSet presAssocID="{EA9E1EA2-64E0-4B02-A3AF-9598A36FFFDF}" presName="textNode" presStyleLbl="node1" presStyleIdx="1" presStyleCnt="3">
        <dgm:presLayoutVars>
          <dgm:bulletEnabled val="1"/>
        </dgm:presLayoutVars>
      </dgm:prSet>
      <dgm:spPr/>
    </dgm:pt>
    <dgm:pt modelId="{B0A9026A-D469-49EB-8AC8-78ED6A678D77}" type="pres">
      <dgm:prSet presAssocID="{AA2B287D-AF03-408A-8350-65F840C08EB0}" presName="sibTrans" presStyleCnt="0"/>
      <dgm:spPr/>
    </dgm:pt>
    <dgm:pt modelId="{CAD85660-8E35-4958-B2A1-7D35AD09F060}" type="pres">
      <dgm:prSet presAssocID="{C9B2F7B8-7DF6-4C46-AEE4-3A0C87BA3CD5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8160150F-9576-4F21-94B2-D1BFF674159C}" type="presOf" srcId="{EA9E1EA2-64E0-4B02-A3AF-9598A36FFFDF}" destId="{B809B7A5-0F3D-46AA-BC4B-B3513DD78943}" srcOrd="0" destOrd="0" presId="urn:microsoft.com/office/officeart/2005/8/layout/hProcess9"/>
    <dgm:cxn modelId="{7D3EB510-F5D2-42C3-BE7F-29C7C5912A24}" srcId="{95BAD697-C08D-4CF3-A564-5C6F975A082E}" destId="{FF689E73-2053-4B32-A700-999575A014A3}" srcOrd="0" destOrd="0" parTransId="{7DB6F1E9-C1B2-41E1-A812-EDDA25CCC68D}" sibTransId="{ED831C9B-8AAD-4F9A-BB85-119E8A9D5FD9}"/>
    <dgm:cxn modelId="{0AB97A7D-1237-49B7-9812-6E8EF3B2422E}" srcId="{95BAD697-C08D-4CF3-A564-5C6F975A082E}" destId="{EA9E1EA2-64E0-4B02-A3AF-9598A36FFFDF}" srcOrd="1" destOrd="0" parTransId="{953019FB-5380-4F83-A3BF-5C82E021F995}" sibTransId="{AA2B287D-AF03-408A-8350-65F840C08EB0}"/>
    <dgm:cxn modelId="{0B835883-3E2E-4ECF-AF6A-90F623EC99F9}" srcId="{95BAD697-C08D-4CF3-A564-5C6F975A082E}" destId="{C9B2F7B8-7DF6-4C46-AEE4-3A0C87BA3CD5}" srcOrd="2" destOrd="0" parTransId="{994AE1AF-FB51-4B49-BB8D-6575614997AC}" sibTransId="{42CFBCBF-6EAE-4F30-A3AD-3924A9819540}"/>
    <dgm:cxn modelId="{B19894C3-2D4A-441D-A3DF-C250B4B63FC6}" type="presOf" srcId="{C9B2F7B8-7DF6-4C46-AEE4-3A0C87BA3CD5}" destId="{CAD85660-8E35-4958-B2A1-7D35AD09F060}" srcOrd="0" destOrd="0" presId="urn:microsoft.com/office/officeart/2005/8/layout/hProcess9"/>
    <dgm:cxn modelId="{FD94CDCE-A787-41DA-8012-989153AAF586}" type="presOf" srcId="{95BAD697-C08D-4CF3-A564-5C6F975A082E}" destId="{E35D8D0B-82AD-42C6-A1A6-64847DFF0498}" srcOrd="0" destOrd="0" presId="urn:microsoft.com/office/officeart/2005/8/layout/hProcess9"/>
    <dgm:cxn modelId="{49B34BF8-E647-4D5C-B5E0-FB05F83E6292}" type="presOf" srcId="{FF689E73-2053-4B32-A700-999575A014A3}" destId="{DDB4DEDE-1475-4A3D-9719-C788E70CDAED}" srcOrd="0" destOrd="0" presId="urn:microsoft.com/office/officeart/2005/8/layout/hProcess9"/>
    <dgm:cxn modelId="{4A03696E-25BD-4F15-8EFF-769E38E4B3AC}" type="presParOf" srcId="{E35D8D0B-82AD-42C6-A1A6-64847DFF0498}" destId="{7618528D-5A62-47B0-B8AC-EE8B762D29C6}" srcOrd="0" destOrd="0" presId="urn:microsoft.com/office/officeart/2005/8/layout/hProcess9"/>
    <dgm:cxn modelId="{893EB75E-8898-484A-8639-BFCA9C42AAFD}" type="presParOf" srcId="{E35D8D0B-82AD-42C6-A1A6-64847DFF0498}" destId="{E72DE278-00F0-471F-9B2F-E009C305BEEF}" srcOrd="1" destOrd="0" presId="urn:microsoft.com/office/officeart/2005/8/layout/hProcess9"/>
    <dgm:cxn modelId="{32BF9F04-91B2-4590-9977-72D378945CDF}" type="presParOf" srcId="{E72DE278-00F0-471F-9B2F-E009C305BEEF}" destId="{DDB4DEDE-1475-4A3D-9719-C788E70CDAED}" srcOrd="0" destOrd="0" presId="urn:microsoft.com/office/officeart/2005/8/layout/hProcess9"/>
    <dgm:cxn modelId="{5C7E80EA-29D2-4782-AB98-905F3EA55B86}" type="presParOf" srcId="{E72DE278-00F0-471F-9B2F-E009C305BEEF}" destId="{C8C59314-DE73-423F-BCB5-430C821A9890}" srcOrd="1" destOrd="0" presId="urn:microsoft.com/office/officeart/2005/8/layout/hProcess9"/>
    <dgm:cxn modelId="{D0FF2BDE-4570-4E93-ACFB-154E2194A46E}" type="presParOf" srcId="{E72DE278-00F0-471F-9B2F-E009C305BEEF}" destId="{B809B7A5-0F3D-46AA-BC4B-B3513DD78943}" srcOrd="2" destOrd="0" presId="urn:microsoft.com/office/officeart/2005/8/layout/hProcess9"/>
    <dgm:cxn modelId="{F1A9D68A-04BE-4CC3-83F0-6E7F6D431528}" type="presParOf" srcId="{E72DE278-00F0-471F-9B2F-E009C305BEEF}" destId="{B0A9026A-D469-49EB-8AC8-78ED6A678D77}" srcOrd="3" destOrd="0" presId="urn:microsoft.com/office/officeart/2005/8/layout/hProcess9"/>
    <dgm:cxn modelId="{EF8D552E-5712-4482-8AF9-6D5EE06DFDE8}" type="presParOf" srcId="{E72DE278-00F0-471F-9B2F-E009C305BEEF}" destId="{CAD85660-8E35-4958-B2A1-7D35AD09F060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D622E0-A23E-4B50-B7FE-C0C57E587551}" type="doc">
      <dgm:prSet loTypeId="urn:microsoft.com/office/officeart/2018/2/layout/IconVerticalSolidList" loCatId="icon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E73291A-3746-4B62-9A40-F07CB39FFE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Evaluate entity sets in addition to exact occurrences</a:t>
          </a:r>
        </a:p>
      </dgm:t>
    </dgm:pt>
    <dgm:pt modelId="{9C685766-C260-49A0-AD2A-30FE14517A90}" type="parTrans" cxnId="{F6828681-06F6-410D-B7ED-4B359779E276}">
      <dgm:prSet/>
      <dgm:spPr/>
      <dgm:t>
        <a:bodyPr/>
        <a:lstStyle/>
        <a:p>
          <a:endParaRPr lang="en-US"/>
        </a:p>
      </dgm:t>
    </dgm:pt>
    <dgm:pt modelId="{224967A6-B060-416B-AA68-6F59FBA49255}" type="sibTrans" cxnId="{F6828681-06F6-410D-B7ED-4B359779E276}">
      <dgm:prSet/>
      <dgm:spPr/>
      <dgm:t>
        <a:bodyPr/>
        <a:lstStyle/>
        <a:p>
          <a:endParaRPr lang="en-US"/>
        </a:p>
      </dgm:t>
    </dgm:pt>
    <dgm:pt modelId="{4D41512B-212B-4A82-BED8-42F08C0485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Running all models on all files using ground truth from manually annotations</a:t>
          </a:r>
        </a:p>
      </dgm:t>
    </dgm:pt>
    <dgm:pt modelId="{6D498C76-C1BD-4C9C-8FA0-A03A82C4AFF9}" type="parTrans" cxnId="{0411F896-5106-4EDA-BDF2-A57EAAA99FC0}">
      <dgm:prSet/>
      <dgm:spPr/>
      <dgm:t>
        <a:bodyPr/>
        <a:lstStyle/>
        <a:p>
          <a:endParaRPr lang="en-US"/>
        </a:p>
      </dgm:t>
    </dgm:pt>
    <dgm:pt modelId="{999E7522-B2E6-493E-B641-5EA395643CB6}" type="sibTrans" cxnId="{0411F896-5106-4EDA-BDF2-A57EAAA99FC0}">
      <dgm:prSet/>
      <dgm:spPr/>
      <dgm:t>
        <a:bodyPr/>
        <a:lstStyle/>
        <a:p>
          <a:endParaRPr lang="en-US"/>
        </a:p>
      </dgm:t>
    </dgm:pt>
    <dgm:pt modelId="{3AB4414D-461F-46EA-83D8-686C9AE13167}" type="pres">
      <dgm:prSet presAssocID="{B2D622E0-A23E-4B50-B7FE-C0C57E587551}" presName="root" presStyleCnt="0">
        <dgm:presLayoutVars>
          <dgm:dir/>
          <dgm:resizeHandles val="exact"/>
        </dgm:presLayoutVars>
      </dgm:prSet>
      <dgm:spPr/>
    </dgm:pt>
    <dgm:pt modelId="{1FC61006-DD62-450F-9CCB-378B13648134}" type="pres">
      <dgm:prSet presAssocID="{CE73291A-3746-4B62-9A40-F07CB39FFEA1}" presName="compNode" presStyleCnt="0"/>
      <dgm:spPr/>
    </dgm:pt>
    <dgm:pt modelId="{91923790-89A6-4B15-A86C-93D4E455AB97}" type="pres">
      <dgm:prSet presAssocID="{CE73291A-3746-4B62-9A40-F07CB39FFEA1}" presName="bgRect" presStyleLbl="bgShp" presStyleIdx="0" presStyleCnt="2"/>
      <dgm:spPr/>
    </dgm:pt>
    <dgm:pt modelId="{01A0607F-3D3B-4E06-A47A-894BC6C22480}" type="pres">
      <dgm:prSet presAssocID="{CE73291A-3746-4B62-9A40-F07CB39FFEA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 check with solid fill"/>
        </a:ext>
      </dgm:extLst>
    </dgm:pt>
    <dgm:pt modelId="{16384C35-90E9-44EF-937B-AA106EC2168A}" type="pres">
      <dgm:prSet presAssocID="{CE73291A-3746-4B62-9A40-F07CB39FFEA1}" presName="spaceRect" presStyleCnt="0"/>
      <dgm:spPr/>
    </dgm:pt>
    <dgm:pt modelId="{2456368B-8A4D-4CA6-A88B-4D8DFED96E2B}" type="pres">
      <dgm:prSet presAssocID="{CE73291A-3746-4B62-9A40-F07CB39FFEA1}" presName="parTx" presStyleLbl="revTx" presStyleIdx="0" presStyleCnt="2">
        <dgm:presLayoutVars>
          <dgm:chMax val="0"/>
          <dgm:chPref val="0"/>
        </dgm:presLayoutVars>
      </dgm:prSet>
      <dgm:spPr/>
    </dgm:pt>
    <dgm:pt modelId="{506FFF76-2C55-4DBE-9F14-65DFCBC08283}" type="pres">
      <dgm:prSet presAssocID="{224967A6-B060-416B-AA68-6F59FBA49255}" presName="sibTrans" presStyleCnt="0"/>
      <dgm:spPr/>
    </dgm:pt>
    <dgm:pt modelId="{CD3442C1-6320-44FB-87B5-ADBE845FEE63}" type="pres">
      <dgm:prSet presAssocID="{4D41512B-212B-4A82-BED8-42F08C048516}" presName="compNode" presStyleCnt="0"/>
      <dgm:spPr/>
    </dgm:pt>
    <dgm:pt modelId="{87778484-558D-4736-A689-5578B2E84F3D}" type="pres">
      <dgm:prSet presAssocID="{4D41512B-212B-4A82-BED8-42F08C048516}" presName="bgRect" presStyleLbl="bgShp" presStyleIdx="1" presStyleCnt="2"/>
      <dgm:spPr/>
    </dgm:pt>
    <dgm:pt modelId="{A19D725E-14E8-433B-B77F-43E4A5D13F1E}" type="pres">
      <dgm:prSet presAssocID="{4D41512B-212B-4A82-BED8-42F08C04851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chitecture outline"/>
        </a:ext>
      </dgm:extLst>
    </dgm:pt>
    <dgm:pt modelId="{DC0E1198-77D9-45ED-B4F3-B78F19AC0BB4}" type="pres">
      <dgm:prSet presAssocID="{4D41512B-212B-4A82-BED8-42F08C048516}" presName="spaceRect" presStyleCnt="0"/>
      <dgm:spPr/>
    </dgm:pt>
    <dgm:pt modelId="{A8EAC7E4-90D6-4307-A20D-0CA5D59E5821}" type="pres">
      <dgm:prSet presAssocID="{4D41512B-212B-4A82-BED8-42F08C048516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E4B65E01-5870-4AF7-AB6A-FD219662A62C}" type="presOf" srcId="{B2D622E0-A23E-4B50-B7FE-C0C57E587551}" destId="{3AB4414D-461F-46EA-83D8-686C9AE13167}" srcOrd="0" destOrd="0" presId="urn:microsoft.com/office/officeart/2018/2/layout/IconVerticalSolidList"/>
    <dgm:cxn modelId="{8756307F-E85C-4E47-96C3-CB57E2790637}" type="presOf" srcId="{CE73291A-3746-4B62-9A40-F07CB39FFEA1}" destId="{2456368B-8A4D-4CA6-A88B-4D8DFED96E2B}" srcOrd="0" destOrd="0" presId="urn:microsoft.com/office/officeart/2018/2/layout/IconVerticalSolidList"/>
    <dgm:cxn modelId="{F6828681-06F6-410D-B7ED-4B359779E276}" srcId="{B2D622E0-A23E-4B50-B7FE-C0C57E587551}" destId="{CE73291A-3746-4B62-9A40-F07CB39FFEA1}" srcOrd="0" destOrd="0" parTransId="{9C685766-C260-49A0-AD2A-30FE14517A90}" sibTransId="{224967A6-B060-416B-AA68-6F59FBA49255}"/>
    <dgm:cxn modelId="{E99BD185-EC95-4340-B47E-56178CDE4B2F}" type="presOf" srcId="{4D41512B-212B-4A82-BED8-42F08C048516}" destId="{A8EAC7E4-90D6-4307-A20D-0CA5D59E5821}" srcOrd="0" destOrd="0" presId="urn:microsoft.com/office/officeart/2018/2/layout/IconVerticalSolidList"/>
    <dgm:cxn modelId="{0411F896-5106-4EDA-BDF2-A57EAAA99FC0}" srcId="{B2D622E0-A23E-4B50-B7FE-C0C57E587551}" destId="{4D41512B-212B-4A82-BED8-42F08C048516}" srcOrd="1" destOrd="0" parTransId="{6D498C76-C1BD-4C9C-8FA0-A03A82C4AFF9}" sibTransId="{999E7522-B2E6-493E-B641-5EA395643CB6}"/>
    <dgm:cxn modelId="{02A7FA9E-570F-4FCC-B497-80DAD9BA7DDA}" type="presParOf" srcId="{3AB4414D-461F-46EA-83D8-686C9AE13167}" destId="{1FC61006-DD62-450F-9CCB-378B13648134}" srcOrd="0" destOrd="0" presId="urn:microsoft.com/office/officeart/2018/2/layout/IconVerticalSolidList"/>
    <dgm:cxn modelId="{E84AD497-0347-4178-9A15-48E18267BA70}" type="presParOf" srcId="{1FC61006-DD62-450F-9CCB-378B13648134}" destId="{91923790-89A6-4B15-A86C-93D4E455AB97}" srcOrd="0" destOrd="0" presId="urn:microsoft.com/office/officeart/2018/2/layout/IconVerticalSolidList"/>
    <dgm:cxn modelId="{4F71D8F9-391D-4E0C-98C9-6F6D1B81A475}" type="presParOf" srcId="{1FC61006-DD62-450F-9CCB-378B13648134}" destId="{01A0607F-3D3B-4E06-A47A-894BC6C22480}" srcOrd="1" destOrd="0" presId="urn:microsoft.com/office/officeart/2018/2/layout/IconVerticalSolidList"/>
    <dgm:cxn modelId="{95DB6E4D-E1ED-4F96-883E-0A150531FE7F}" type="presParOf" srcId="{1FC61006-DD62-450F-9CCB-378B13648134}" destId="{16384C35-90E9-44EF-937B-AA106EC2168A}" srcOrd="2" destOrd="0" presId="urn:microsoft.com/office/officeart/2018/2/layout/IconVerticalSolidList"/>
    <dgm:cxn modelId="{465019F7-1B42-485D-A139-DB6D97828981}" type="presParOf" srcId="{1FC61006-DD62-450F-9CCB-378B13648134}" destId="{2456368B-8A4D-4CA6-A88B-4D8DFED96E2B}" srcOrd="3" destOrd="0" presId="urn:microsoft.com/office/officeart/2018/2/layout/IconVerticalSolidList"/>
    <dgm:cxn modelId="{A6C5985E-3519-4635-A152-E38218108FE9}" type="presParOf" srcId="{3AB4414D-461F-46EA-83D8-686C9AE13167}" destId="{506FFF76-2C55-4DBE-9F14-65DFCBC08283}" srcOrd="1" destOrd="0" presId="urn:microsoft.com/office/officeart/2018/2/layout/IconVerticalSolidList"/>
    <dgm:cxn modelId="{5E2840EE-1CA9-407B-9CE6-AF2161721C57}" type="presParOf" srcId="{3AB4414D-461F-46EA-83D8-686C9AE13167}" destId="{CD3442C1-6320-44FB-87B5-ADBE845FEE63}" srcOrd="2" destOrd="0" presId="urn:microsoft.com/office/officeart/2018/2/layout/IconVerticalSolidList"/>
    <dgm:cxn modelId="{A9B80A6A-6AB9-473F-A8FE-D4E2B4AFF9D8}" type="presParOf" srcId="{CD3442C1-6320-44FB-87B5-ADBE845FEE63}" destId="{87778484-558D-4736-A689-5578B2E84F3D}" srcOrd="0" destOrd="0" presId="urn:microsoft.com/office/officeart/2018/2/layout/IconVerticalSolidList"/>
    <dgm:cxn modelId="{C4F26905-F019-4127-B2A2-22985897FF91}" type="presParOf" srcId="{CD3442C1-6320-44FB-87B5-ADBE845FEE63}" destId="{A19D725E-14E8-433B-B77F-43E4A5D13F1E}" srcOrd="1" destOrd="0" presId="urn:microsoft.com/office/officeart/2018/2/layout/IconVerticalSolidList"/>
    <dgm:cxn modelId="{1219BECE-EF61-4DFE-9964-64BF1219539A}" type="presParOf" srcId="{CD3442C1-6320-44FB-87B5-ADBE845FEE63}" destId="{DC0E1198-77D9-45ED-B4F3-B78F19AC0BB4}" srcOrd="2" destOrd="0" presId="urn:microsoft.com/office/officeart/2018/2/layout/IconVerticalSolidList"/>
    <dgm:cxn modelId="{60E85D60-8124-43F3-81CA-2F75FA4F08D6}" type="presParOf" srcId="{CD3442C1-6320-44FB-87B5-ADBE845FEE63}" destId="{A8EAC7E4-90D6-4307-A20D-0CA5D59E582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8528D-5A62-47B0-B8AC-EE8B762D29C6}">
      <dsp:nvSpPr>
        <dsp:cNvPr id="0" name=""/>
        <dsp:cNvSpPr/>
      </dsp:nvSpPr>
      <dsp:spPr>
        <a:xfrm>
          <a:off x="388619" y="0"/>
          <a:ext cx="4404360" cy="4351338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B4DEDE-1475-4A3D-9719-C788E70CDAED}">
      <dsp:nvSpPr>
        <dsp:cNvPr id="0" name=""/>
        <dsp:cNvSpPr/>
      </dsp:nvSpPr>
      <dsp:spPr>
        <a:xfrm>
          <a:off x="5566" y="1305401"/>
          <a:ext cx="1667827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Raw XMI</a:t>
          </a:r>
        </a:p>
      </dsp:txBody>
      <dsp:txXfrm>
        <a:off x="86983" y="1386818"/>
        <a:ext cx="1504993" cy="1577701"/>
      </dsp:txXfrm>
    </dsp:sp>
    <dsp:sp modelId="{B809B7A5-0F3D-46AA-BC4B-B3513DD78943}">
      <dsp:nvSpPr>
        <dsp:cNvPr id="0" name=""/>
        <dsp:cNvSpPr/>
      </dsp:nvSpPr>
      <dsp:spPr>
        <a:xfrm>
          <a:off x="1756886" y="1305401"/>
          <a:ext cx="1667827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XMI Parser</a:t>
          </a:r>
        </a:p>
      </dsp:txBody>
      <dsp:txXfrm>
        <a:off x="1838303" y="1386818"/>
        <a:ext cx="1504993" cy="1577701"/>
      </dsp:txXfrm>
    </dsp:sp>
    <dsp:sp modelId="{CAD85660-8E35-4958-B2A1-7D35AD09F060}">
      <dsp:nvSpPr>
        <dsp:cNvPr id="0" name=""/>
        <dsp:cNvSpPr/>
      </dsp:nvSpPr>
      <dsp:spPr>
        <a:xfrm>
          <a:off x="3508206" y="1305401"/>
          <a:ext cx="1667827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Plain Text &amp; List[entity]</a:t>
          </a:r>
        </a:p>
      </dsp:txBody>
      <dsp:txXfrm>
        <a:off x="3589623" y="1386818"/>
        <a:ext cx="1504993" cy="15777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923790-89A6-4B15-A86C-93D4E455AB97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1A0607F-3D3B-4E06-A47A-894BC6C22480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456368B-8A4D-4CA6-A88B-4D8DFED96E2B}">
      <dsp:nvSpPr>
        <dsp:cNvPr id="0" name=""/>
        <dsp:cNvSpPr/>
      </dsp:nvSpPr>
      <dsp:spPr>
        <a:xfrm>
          <a:off x="1507738" y="707092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Evaluate entity sets in addition to exact occurrences</a:t>
          </a:r>
        </a:p>
      </dsp:txBody>
      <dsp:txXfrm>
        <a:off x="1507738" y="707092"/>
        <a:ext cx="9007861" cy="1305401"/>
      </dsp:txXfrm>
    </dsp:sp>
    <dsp:sp modelId="{87778484-558D-4736-A689-5578B2E84F3D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A19D725E-14E8-433B-B77F-43E4A5D13F1E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8EAC7E4-90D6-4307-A20D-0CA5D59E5821}">
      <dsp:nvSpPr>
        <dsp:cNvPr id="0" name=""/>
        <dsp:cNvSpPr/>
      </dsp:nvSpPr>
      <dsp:spPr>
        <a:xfrm>
          <a:off x="1507738" y="2338844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Running all models on all files using ground truth from manually annotations</a:t>
          </a:r>
        </a:p>
      </dsp:txBody>
      <dsp:txXfrm>
        <a:off x="1507738" y="2338844"/>
        <a:ext cx="9007861" cy="13054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48ED49-0C8E-493D-9073-2686AA266E1A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5E981-1EFA-47B5-8159-159ED2728D9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121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5E981-1EFA-47B5-8159-159ED2728D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087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</a:t>
            </a:r>
          </a:p>
          <a:p>
            <a:r>
              <a:rPr lang="en-US" dirty="0"/>
              <a:t>-goal is to extract persons and organizations from the </a:t>
            </a:r>
            <a:r>
              <a:rPr lang="en-US" dirty="0" err="1"/>
              <a:t>gerparcor</a:t>
            </a:r>
            <a:r>
              <a:rPr lang="en-US" dirty="0"/>
              <a:t> </a:t>
            </a:r>
            <a:r>
              <a:rPr lang="en-US" dirty="0" err="1"/>
              <a:t>german</a:t>
            </a:r>
            <a:r>
              <a:rPr lang="en-US" dirty="0"/>
              <a:t> language parliamentary records</a:t>
            </a:r>
          </a:p>
          <a:p>
            <a:r>
              <a:rPr lang="en-US" dirty="0"/>
              <a:t>-preprocessing includes parsing the raw </a:t>
            </a:r>
            <a:r>
              <a:rPr lang="en-US" dirty="0" err="1"/>
              <a:t>xmi</a:t>
            </a:r>
            <a:r>
              <a:rPr lang="en-US" dirty="0"/>
              <a:t> documents, extracting the </a:t>
            </a:r>
            <a:r>
              <a:rPr lang="en-US" dirty="0" err="1"/>
              <a:t>sofaString</a:t>
            </a:r>
            <a:r>
              <a:rPr lang="en-US" dirty="0"/>
              <a:t> ,</a:t>
            </a:r>
          </a:p>
          <a:p>
            <a:r>
              <a:rPr lang="en-US" dirty="0"/>
              <a:t>-then iterating thought the specified </a:t>
            </a:r>
            <a:r>
              <a:rPr lang="en-US" dirty="0" err="1"/>
              <a:t>namespaced</a:t>
            </a:r>
            <a:r>
              <a:rPr lang="en-US" dirty="0"/>
              <a:t> tags to find entities, </a:t>
            </a:r>
          </a:p>
          <a:p>
            <a:r>
              <a:rPr lang="en-US" dirty="0"/>
              <a:t>-also extracting the start and end characters</a:t>
            </a:r>
          </a:p>
          <a:p>
            <a:r>
              <a:rPr lang="en-US" dirty="0"/>
              <a:t>-so the parser returns a clean dictionary containing the  raw text with a list of entity spans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5E981-1EFA-47B5-8159-159ED2728D9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434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-our pipeline imports all our model wrappers together into one workflow</a:t>
            </a:r>
          </a:p>
          <a:p>
            <a:r>
              <a:rPr lang="en-US" dirty="0"/>
              <a:t>-it initializes the </a:t>
            </a:r>
            <a:r>
              <a:rPr lang="en-US" dirty="0" err="1"/>
              <a:t>xmi</a:t>
            </a:r>
            <a:r>
              <a:rPr lang="en-US" dirty="0"/>
              <a:t> parser to handle the data reading </a:t>
            </a:r>
          </a:p>
          <a:p>
            <a:pPr marL="0" indent="0">
              <a:buFontTx/>
              <a:buNone/>
            </a:pPr>
            <a:r>
              <a:rPr lang="en-US" dirty="0"/>
              <a:t>-and organizes the models into a dictionary that maps each model name to its specific annotate method</a:t>
            </a:r>
          </a:p>
          <a:p>
            <a:pPr marL="0" indent="0">
              <a:buFontTx/>
              <a:buNone/>
            </a:pPr>
            <a:r>
              <a:rPr lang="en-US" dirty="0"/>
              <a:t>-the script iterates through the files and extracts the raw text and the ground truth entities</a:t>
            </a:r>
          </a:p>
          <a:p>
            <a:pPr marL="0" indent="0">
              <a:buFontTx/>
              <a:buNone/>
            </a:pPr>
            <a:r>
              <a:rPr lang="en-US" dirty="0"/>
              <a:t>-then passes this text to each model</a:t>
            </a:r>
          </a:p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5E981-1EFA-47B5-8159-159ED2728D9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7856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</a:t>
            </a:r>
            <a:br>
              <a:rPr lang="en-US" dirty="0"/>
            </a:br>
            <a:r>
              <a:rPr lang="en-US" dirty="0"/>
              <a:t>-BERT models typically have a 512-token limit</a:t>
            </a:r>
          </a:p>
          <a:p>
            <a:r>
              <a:rPr lang="en-US" dirty="0"/>
              <a:t>-implemented a </a:t>
            </a:r>
            <a:r>
              <a:rPr lang="en-US" b="0" dirty="0"/>
              <a:t>chunking </a:t>
            </a:r>
            <a:r>
              <a:rPr lang="en-US" dirty="0"/>
              <a:t>process so we don’t process the whole text at once</a:t>
            </a:r>
          </a:p>
          <a:p>
            <a:r>
              <a:rPr lang="en-US" dirty="0"/>
              <a:t>-splits the text into 2000 char blocks with a 100 character overlap to make sure we don’t cut an entity in half</a:t>
            </a:r>
          </a:p>
          <a:p>
            <a:r>
              <a:rPr lang="en-US" dirty="0"/>
              <a:t>-The pipeline predicts entities within each chunk, and the code filters these results to retain only those categorized as persons or organizations</a:t>
            </a:r>
          </a:p>
          <a:p>
            <a:r>
              <a:rPr lang="en-US" dirty="0"/>
              <a:t>-it also calculates the start and end points relative to the original document and makes sure that there are no duplicate entities from the overlap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5E981-1EFA-47B5-8159-159ED2728D9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089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Valentina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5E981-1EFA-47B5-8159-159ED2728D9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18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Kilian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5E981-1EFA-47B5-8159-159ED2728D9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819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Julia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5E981-1EFA-47B5-8159-159ED2728D9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074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Valentina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5E981-1EFA-47B5-8159-159ED2728D9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006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9975A-29FD-CD15-48C9-4D9B2AE90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A8FE1E-4DA0-FF61-D9BE-37CEDCFF6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53478F-9210-9B17-AB03-9E5EFE81A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Julia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A927F-EFE8-8CA2-D3D2-4607A34AE6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5E981-1EFA-47B5-8159-159ED2728D9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014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Kilian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5E981-1EFA-47B5-8159-159ED2728D9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3787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Valentina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5E981-1EFA-47B5-8159-159ED2728D9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0485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D7E64-B939-7C31-652D-5C78E00BC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FA8CEE-9BC9-17B0-59CD-7F40CE559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AD05BC-EAE7-6048-A481-6A570C454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Valentina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783D2-A6D1-7373-9567-60669BAC7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5E981-1EFA-47B5-8159-159ED2728D9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26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Julia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5E981-1EFA-47B5-8159-159ED2728D9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6958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5E981-1EFA-47B5-8159-159ED2728D9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978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C02C4-59AA-486A-B0DF-96F10EC02CB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C873-C5B2-452C-A1CA-635559D117C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432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C02C4-59AA-486A-B0DF-96F10EC02CB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C873-C5B2-452C-A1CA-635559D117C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504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C02C4-59AA-486A-B0DF-96F10EC02CB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C873-C5B2-452C-A1CA-635559D117C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27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C02C4-59AA-486A-B0DF-96F10EC02CB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C873-C5B2-452C-A1CA-635559D117C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05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C02C4-59AA-486A-B0DF-96F10EC02CB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C873-C5B2-452C-A1CA-635559D117C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859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C02C4-59AA-486A-B0DF-96F10EC02CB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C873-C5B2-452C-A1CA-635559D117C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445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C02C4-59AA-486A-B0DF-96F10EC02CB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C873-C5B2-452C-A1CA-635559D117C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212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C02C4-59AA-486A-B0DF-96F10EC02CB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C873-C5B2-452C-A1CA-635559D117C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3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C02C4-59AA-486A-B0DF-96F10EC02CB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C873-C5B2-452C-A1CA-635559D117C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069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C02C4-59AA-486A-B0DF-96F10EC02CB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C873-C5B2-452C-A1CA-635559D117C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25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C02C4-59AA-486A-B0DF-96F10EC02CB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C873-C5B2-452C-A1CA-635559D117C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20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5C02C4-59AA-486A-B0DF-96F10EC02CB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BDC873-C5B2-452C-A1CA-635559D117C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517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utoradiogram on white paper">
            <a:extLst>
              <a:ext uri="{FF2B5EF4-FFF2-40B4-BE49-F238E27FC236}">
                <a16:creationId xmlns:a16="http://schemas.microsoft.com/office/drawing/2014/main" id="{B317CBF1-24D9-9E1D-AE3F-58F2382DE67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bg1">
                <a:tint val="45000"/>
                <a:satMod val="400000"/>
              </a:schemeClr>
            </a:duotone>
            <a:alphaModFix amt="10000"/>
          </a:blip>
          <a:srcRect b="25000"/>
          <a:stretch>
            <a:fillRect/>
          </a:stretch>
        </p:blipFill>
        <p:spPr>
          <a:xfrm>
            <a:off x="20" y="-1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19D4FC-3CF7-F763-0ED1-5B88FF856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568" y="1169982"/>
            <a:ext cx="10530318" cy="2736390"/>
          </a:xfrm>
        </p:spPr>
        <p:txBody>
          <a:bodyPr anchor="b">
            <a:normAutofit/>
          </a:bodyPr>
          <a:lstStyle/>
          <a:p>
            <a:pPr algn="l"/>
            <a:r>
              <a:rPr lang="en-US" sz="6200" dirty="0">
                <a:solidFill>
                  <a:schemeClr val="tx2"/>
                </a:solidFill>
              </a:rPr>
              <a:t>Named Entity Recognition for German Legal Documents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6E87E9-B36C-61DE-38B6-68637B6794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567" y="4067745"/>
            <a:ext cx="10530318" cy="1949813"/>
          </a:xfrm>
        </p:spPr>
        <p:txBody>
          <a:bodyPr anchor="t">
            <a:normAutofit/>
          </a:bodyPr>
          <a:lstStyle/>
          <a:p>
            <a:pPr algn="l"/>
            <a:r>
              <a:rPr lang="en-US" sz="2200">
                <a:solidFill>
                  <a:schemeClr val="tx2"/>
                </a:solidFill>
              </a:rPr>
              <a:t>NLP – Group 18: Sentimental Analysis</a:t>
            </a:r>
          </a:p>
        </p:txBody>
      </p:sp>
    </p:spTree>
    <p:extLst>
      <p:ext uri="{BB962C8B-B14F-4D97-AF65-F5344CB8AC3E}">
        <p14:creationId xmlns:p14="http://schemas.microsoft.com/office/powerpoint/2010/main" val="4067128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82641-4966-54F7-D219-DDB8F2FA7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&amp; 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79DC1-8DB1-CA38-9329-CBF4B37CCB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Goal</a:t>
            </a:r>
            <a:r>
              <a:rPr lang="en-US" dirty="0"/>
              <a:t>: Extract </a:t>
            </a:r>
            <a:r>
              <a:rPr lang="en-US" b="1" dirty="0"/>
              <a:t>PER</a:t>
            </a:r>
            <a:r>
              <a:rPr lang="en-US" dirty="0"/>
              <a:t> and </a:t>
            </a:r>
            <a:r>
              <a:rPr lang="en-US" b="1" dirty="0"/>
              <a:t>ORG</a:t>
            </a:r>
            <a:r>
              <a:rPr lang="en-US" dirty="0"/>
              <a:t> entities</a:t>
            </a:r>
          </a:p>
          <a:p>
            <a:r>
              <a:rPr lang="en-US" b="1" dirty="0"/>
              <a:t>Dataset</a:t>
            </a:r>
            <a:r>
              <a:rPr lang="en-US" dirty="0"/>
              <a:t>: </a:t>
            </a:r>
            <a:r>
              <a:rPr lang="en-US" dirty="0" err="1"/>
              <a:t>GerParCor</a:t>
            </a:r>
            <a:r>
              <a:rPr lang="en-US" dirty="0"/>
              <a:t> - German Language Parliamentary Records in XMI format</a:t>
            </a:r>
          </a:p>
          <a:p>
            <a:r>
              <a:rPr lang="en-US" b="1" dirty="0"/>
              <a:t>Preprocessing: </a:t>
            </a:r>
            <a:r>
              <a:rPr lang="en-US" dirty="0"/>
              <a:t>implemented an XMI parser to parse XMI/GZIP, extracting </a:t>
            </a:r>
            <a:r>
              <a:rPr lang="en-US" b="1" dirty="0" err="1"/>
              <a:t>sofaString</a:t>
            </a:r>
            <a:r>
              <a:rPr lang="en-US" dirty="0"/>
              <a:t> and </a:t>
            </a:r>
            <a:r>
              <a:rPr lang="en-US" b="1" dirty="0"/>
              <a:t>ground truth </a:t>
            </a:r>
            <a:r>
              <a:rPr lang="en-US" dirty="0"/>
              <a:t>annotations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20C2A33-861A-5AB8-FAB6-2EE35B8107C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29436727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78827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F29B79-0E88-4DE9-D8F7-3D41FFE5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Pipeline Architecture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617D2-85B7-37DF-5B6B-43FBC91AA3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5715" y="2508105"/>
            <a:ext cx="5040285" cy="3632493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r>
              <a:rPr lang="en-US" sz="2400" dirty="0"/>
              <a:t>ner_pipeline.py allowing easy model swapping</a:t>
            </a:r>
          </a:p>
          <a:p>
            <a:r>
              <a:rPr lang="en-US" sz="2400" dirty="0"/>
              <a:t>All models output a unified Entity data class: </a:t>
            </a:r>
            <a:r>
              <a:rPr lang="en-US" sz="2400" b="1" dirty="0"/>
              <a:t>text, label, start, &amp; end points</a:t>
            </a:r>
          </a:p>
          <a:p>
            <a:r>
              <a:rPr lang="en-US" sz="2400" b="1" dirty="0"/>
              <a:t>Models: </a:t>
            </a:r>
          </a:p>
          <a:p>
            <a:pPr lvl="1"/>
            <a:r>
              <a:rPr lang="en-US" dirty="0"/>
              <a:t>Rule-based</a:t>
            </a:r>
          </a:p>
          <a:p>
            <a:pPr lvl="1"/>
            <a:r>
              <a:rPr lang="en-US" dirty="0" err="1"/>
              <a:t>SpaCy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Flair</a:t>
            </a:r>
          </a:p>
          <a:p>
            <a:pPr lvl="1"/>
            <a:r>
              <a:rPr lang="en-US" dirty="0"/>
              <a:t>BERT &amp; </a:t>
            </a:r>
            <a:r>
              <a:rPr lang="en-US" dirty="0" err="1"/>
              <a:t>distilBERT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C03CD5-4BDE-7CD5-1D33-6C5A44EEA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9247" y="774285"/>
            <a:ext cx="3823960" cy="2581173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90C7AD9-F2B7-702B-C5B0-45B87A72E60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946667" y="3998809"/>
            <a:ext cx="4389120" cy="173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933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5B28B6-DBCA-0B60-865C-61E41C7F7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BERT &amp; DistilBERT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E13F0-D02E-3CE8-329F-B4E0A7BF3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 b="1" dirty="0"/>
              <a:t>BERT:</a:t>
            </a:r>
            <a:r>
              <a:rPr lang="en-US" sz="2400" dirty="0"/>
              <a:t> Bidirectional Encoder Representations from Transformers</a:t>
            </a:r>
          </a:p>
          <a:p>
            <a:pPr lvl="1"/>
            <a:r>
              <a:rPr lang="en-US" dirty="0"/>
              <a:t> Large (~110M params), high accuracy, but computationally heavy</a:t>
            </a:r>
          </a:p>
          <a:p>
            <a:r>
              <a:rPr lang="en-US" sz="2400" b="1" dirty="0" err="1"/>
              <a:t>DistilBERT</a:t>
            </a:r>
            <a:r>
              <a:rPr lang="en-US" sz="2400" b="1" dirty="0"/>
              <a:t>:</a:t>
            </a:r>
            <a:r>
              <a:rPr lang="en-US" sz="2400" dirty="0"/>
              <a:t> 40% smaller, 60% faster, retains ~97% of performance</a:t>
            </a:r>
          </a:p>
          <a:p>
            <a:pPr lvl="1"/>
            <a:r>
              <a:rPr lang="en-US" dirty="0"/>
              <a:t> Ideal for large corpora</a:t>
            </a:r>
          </a:p>
          <a:p>
            <a:r>
              <a:rPr lang="en-US" sz="2400" dirty="0"/>
              <a:t>Sub-word tokenization handled with hugging face</a:t>
            </a:r>
          </a:p>
          <a:p>
            <a:r>
              <a:rPr lang="en-US" sz="2400" dirty="0"/>
              <a:t>Uses chunking with overlap (requires offset calculation)</a:t>
            </a:r>
          </a:p>
        </p:txBody>
      </p:sp>
    </p:spTree>
    <p:extLst>
      <p:ext uri="{BB962C8B-B14F-4D97-AF65-F5344CB8AC3E}">
        <p14:creationId xmlns:p14="http://schemas.microsoft.com/office/powerpoint/2010/main" val="761959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CAED0A-2A45-4C9C-BCDD-21A8A092C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592F5B-D74E-6F71-391A-4E9AC25D4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Flair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C89D7-DD20-5937-328F-2E0B6C652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4160725" cy="3598989"/>
          </a:xfrm>
        </p:spPr>
        <p:txBody>
          <a:bodyPr anchor="ctr">
            <a:normAutofit/>
          </a:bodyPr>
          <a:lstStyle/>
          <a:p>
            <a:r>
              <a:rPr lang="en-US" sz="2000" dirty="0"/>
              <a:t>Flair model hosted on hugging face </a:t>
            </a:r>
          </a:p>
          <a:p>
            <a:r>
              <a:rPr lang="en-US" sz="2000" dirty="0"/>
              <a:t>flair/</a:t>
            </a:r>
            <a:r>
              <a:rPr lang="en-US" sz="2000"/>
              <a:t>ner</a:t>
            </a:r>
            <a:r>
              <a:rPr lang="en-US" sz="2000" dirty="0"/>
              <a:t>-</a:t>
            </a:r>
            <a:r>
              <a:rPr lang="en-US" sz="2000"/>
              <a:t>german</a:t>
            </a:r>
            <a:r>
              <a:rPr lang="en-US" sz="2000" dirty="0"/>
              <a:t>-large</a:t>
            </a:r>
          </a:p>
          <a:p>
            <a:r>
              <a:rPr lang="en-US" sz="2000" dirty="0"/>
              <a:t>Predicts token-level NER tags across entire text </a:t>
            </a:r>
          </a:p>
          <a:p>
            <a:r>
              <a:rPr lang="en-US" sz="2000" dirty="0"/>
              <a:t>Filters for entity types PER and ORG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0ED816-CE92-3731-E160-BF4A6BC24A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1" r="22654" b="5"/>
          <a:stretch>
            <a:fillRect/>
          </a:stretch>
        </p:blipFill>
        <p:spPr>
          <a:xfrm>
            <a:off x="5418759" y="2559047"/>
            <a:ext cx="2741805" cy="36394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F06133-8460-CAA3-B202-D8ED3730B1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80" b="22390"/>
          <a:stretch>
            <a:fillRect/>
          </a:stretch>
        </p:blipFill>
        <p:spPr>
          <a:xfrm>
            <a:off x="8412616" y="2559047"/>
            <a:ext cx="2743620" cy="363945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129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656D23-FD4F-E499-ABCD-2AE337AC7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Rule-Based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7A480-CA9E-C264-7386-B11C48ADC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/>
              <a:t>Built a deterministic system using SpaCy’s EntityRuler combined with dynamic and static gazetteers</a:t>
            </a:r>
          </a:p>
          <a:p>
            <a:r>
              <a:rPr lang="en-US" sz="2400"/>
              <a:t>A script fetches the current list of MPs live from the Austrian Parliament API to ensure up-to-date Person recognition</a:t>
            </a:r>
          </a:p>
          <a:p>
            <a:r>
              <a:rPr lang="en-US" sz="2400"/>
              <a:t>Implemented a _non_overlapping_spans function to strictly enforce that longer matches (e.g., full ministry names) take priority</a:t>
            </a:r>
          </a:p>
          <a:p>
            <a:r>
              <a:rPr lang="en-US" sz="2400"/>
              <a:t>Static lists were hardcoded for stable organizations</a:t>
            </a:r>
          </a:p>
        </p:txBody>
      </p:sp>
    </p:spTree>
    <p:extLst>
      <p:ext uri="{BB962C8B-B14F-4D97-AF65-F5344CB8AC3E}">
        <p14:creationId xmlns:p14="http://schemas.microsoft.com/office/powerpoint/2010/main" val="503200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C7D5F-306B-5BE3-502F-D530DC747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 dirty="0" err="1"/>
              <a:t>SpaCy</a:t>
            </a:r>
            <a:endParaRPr lang="en-US" sz="5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F5C72-7D77-128C-1796-65FCBF78F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/>
              <a:t>de_core_news_md</a:t>
            </a:r>
            <a:r>
              <a:rPr lang="en-US" sz="2400" dirty="0"/>
              <a:t> – trained on German news articles</a:t>
            </a:r>
          </a:p>
          <a:p>
            <a:r>
              <a:rPr lang="en-US" sz="2400" dirty="0"/>
              <a:t>Iterate over all entities found and extract PER and ORG</a:t>
            </a:r>
          </a:p>
          <a:p>
            <a:r>
              <a:rPr lang="en-US" sz="2400" dirty="0"/>
              <a:t>Best numeric results achieved (because </a:t>
            </a:r>
            <a:r>
              <a:rPr lang="en-US" sz="2400"/>
              <a:t>GerParCor</a:t>
            </a:r>
            <a:r>
              <a:rPr lang="en-US" sz="2400" dirty="0"/>
              <a:t> uses </a:t>
            </a:r>
            <a:r>
              <a:rPr lang="en-US" sz="2400"/>
              <a:t>SpaCy</a:t>
            </a:r>
            <a:r>
              <a:rPr lang="en-US" sz="2400" dirty="0"/>
              <a:t> as the “ground truth”)</a:t>
            </a:r>
          </a:p>
        </p:txBody>
      </p:sp>
    </p:spTree>
    <p:extLst>
      <p:ext uri="{BB962C8B-B14F-4D97-AF65-F5344CB8AC3E}">
        <p14:creationId xmlns:p14="http://schemas.microsoft.com/office/powerpoint/2010/main" val="4071232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476608-C9B5-CFD2-BF95-96AAF0C0F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 dirty="0"/>
              <a:t>Manual Annotation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1C8D7-9530-43B1-AC58-405443BCD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/>
              <a:t>~15 hours per person</a:t>
            </a:r>
          </a:p>
          <a:p>
            <a:r>
              <a:rPr lang="en-US" sz="2200"/>
              <a:t>110 documents</a:t>
            </a:r>
          </a:p>
          <a:p>
            <a:r>
              <a:rPr lang="en-US" sz="2200"/>
              <a:t>Label studio </a:t>
            </a:r>
          </a:p>
          <a:p>
            <a:r>
              <a:rPr lang="en-US" sz="2200"/>
              <a:t>Process</a:t>
            </a:r>
          </a:p>
          <a:p>
            <a:pPr lvl="1"/>
            <a:r>
              <a:rPr lang="en-US" sz="2200"/>
              <a:t>Annotation of first 40 files with two people per file </a:t>
            </a:r>
          </a:p>
          <a:p>
            <a:pPr lvl="1"/>
            <a:r>
              <a:rPr lang="en-US" sz="2200"/>
              <a:t>Consistent agreement of </a:t>
            </a:r>
            <a:r>
              <a:rPr lang="en-US" sz="2200" b="1"/>
              <a:t>at least </a:t>
            </a:r>
            <a:r>
              <a:rPr lang="en-US" sz="2200"/>
              <a:t>80% </a:t>
            </a:r>
            <a:r>
              <a:rPr lang="en-US" sz="2200">
                <a:sym typeface="Wingdings" panose="05000000000000000000" pitchFamily="2" charset="2"/>
              </a:rPr>
              <a:t> continued individually </a:t>
            </a:r>
            <a:endParaRPr lang="en-US" sz="2200"/>
          </a:p>
          <a:p>
            <a:endParaRPr lang="en-US" sz="2200"/>
          </a:p>
          <a:p>
            <a:pPr lvl="1"/>
            <a:endParaRPr lang="en-US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296CD7-ACF4-90FC-613E-B81EEAEC76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3069" y="640080"/>
            <a:ext cx="3290925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599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00E3F0-A6F5-84E9-8C2B-E3DE221D6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AC31B2-8D35-800D-ACB8-6EBA8B1F8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Manual Annotation Challenges</a:t>
            </a:r>
          </a:p>
        </p:txBody>
      </p:sp>
      <p:sp>
        <p:nvSpPr>
          <p:cNvPr id="6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4C7E5-1E8A-0FE7-7A78-1CD49E858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400" dirty="0"/>
              <a:t>Bundesrat is both a building and an organization</a:t>
            </a:r>
          </a:p>
          <a:p>
            <a:r>
              <a:rPr lang="en-US" sz="2400" dirty="0"/>
              <a:t>Is </a:t>
            </a:r>
            <a:r>
              <a:rPr lang="en-US" sz="2400" dirty="0" err="1"/>
              <a:t>Bundespräsident</a:t>
            </a:r>
            <a:r>
              <a:rPr lang="en-US" sz="2400" dirty="0"/>
              <a:t> an entity?</a:t>
            </a:r>
          </a:p>
          <a:p>
            <a:r>
              <a:rPr lang="en-US" sz="2400" dirty="0"/>
              <a:t>Is Minister an entity?</a:t>
            </a:r>
          </a:p>
          <a:p>
            <a:r>
              <a:rPr lang="en-US" sz="2400" dirty="0"/>
              <a:t>Weird emphasis puts space in names (Heinz Bude -&gt; Heinz B u d e)</a:t>
            </a:r>
          </a:p>
          <a:p>
            <a:r>
              <a:rPr lang="en-US" sz="2400" dirty="0"/>
              <a:t>Ambiguity of names (Max </a:t>
            </a:r>
            <a:r>
              <a:rPr lang="en-US" sz="2400" dirty="0" err="1"/>
              <a:t>Mustermann</a:t>
            </a:r>
            <a:r>
              <a:rPr lang="en-US" sz="2400" dirty="0"/>
              <a:t> – example or entity?)</a:t>
            </a:r>
          </a:p>
          <a:p>
            <a:r>
              <a:rPr lang="en-US" sz="2400" dirty="0"/>
              <a:t>Documents partially out of order (</a:t>
            </a:r>
            <a:r>
              <a:rPr lang="en-US" sz="2400" dirty="0" err="1"/>
              <a:t>linebreaks</a:t>
            </a:r>
            <a:r>
              <a:rPr lang="en-US" sz="2400" dirty="0"/>
              <a:t> in a word, pages mixed up)</a:t>
            </a:r>
          </a:p>
          <a:p>
            <a:endParaRPr lang="en-US" sz="24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714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4200E1-2635-870F-F443-3C547017B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/>
              <a:t>Evaluation</a:t>
            </a:r>
          </a:p>
        </p:txBody>
      </p:sp>
      <p:sp>
        <p:nvSpPr>
          <p:cNvPr id="35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95A48-446E-D7E7-5082-A11CB39BF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000" dirty="0"/>
              <a:t>Precision, Recall, F1, Macro-F1 </a:t>
            </a:r>
            <a:r>
              <a:rPr lang="en-US" sz="2000"/>
              <a:t>Score </a:t>
            </a:r>
          </a:p>
          <a:p>
            <a:r>
              <a:rPr lang="en-US" sz="2000"/>
              <a:t>Exact </a:t>
            </a:r>
            <a:r>
              <a:rPr lang="en-US" sz="2000" dirty="0"/>
              <a:t>span matching: an entity is TP if start, end, and label match the ground truth perfectly</a:t>
            </a:r>
          </a:p>
          <a:p>
            <a:r>
              <a:rPr lang="en-US" sz="2000" dirty="0"/>
              <a:t>A custom script (evaluate_results.py) compares the JSON output of each model against the parsed XMI gold standard file</a:t>
            </a:r>
          </a:p>
          <a:p>
            <a:r>
              <a:rPr lang="en-US" sz="2000" dirty="0"/>
              <a:t>Penalizes even partial matches, ensuring our models are precise on exact entity boundaries</a:t>
            </a:r>
          </a:p>
        </p:txBody>
      </p:sp>
      <p:pic>
        <p:nvPicPr>
          <p:cNvPr id="23" name="Graphic 22" descr="Puzzle">
            <a:extLst>
              <a:ext uri="{FF2B5EF4-FFF2-40B4-BE49-F238E27FC236}">
                <a16:creationId xmlns:a16="http://schemas.microsoft.com/office/drawing/2014/main" id="{CD51E850-78E1-4103-91A5-FE9E159D01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996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ABD7DE-0ECE-BC87-DCD0-C57565CE6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en-US" sz="4000"/>
              <a:t>Results – PER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3BD7E4A-DD02-D4B2-5542-63A3736F4490}"/>
              </a:ext>
            </a:extLst>
          </p:cNvPr>
          <p:cNvGrpSpPr/>
          <p:nvPr/>
        </p:nvGrpSpPr>
        <p:grpSpPr>
          <a:xfrm>
            <a:off x="838200" y="2608001"/>
            <a:ext cx="10506456" cy="2794141"/>
            <a:chOff x="0" y="2345266"/>
            <a:chExt cx="12192000" cy="324240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82E155D-1841-EF9C-F847-2E4FE1825C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345266"/>
              <a:ext cx="12192000" cy="216746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D3B4218-9B67-1552-0DD1-117EDCEEB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4449627"/>
              <a:ext cx="12192000" cy="11380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38506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981A4C-4279-241A-3C23-EAD67EFEE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31DD9B-4516-23B7-C533-88FBA6F1D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en-US" sz="4000"/>
              <a:t>Results – ORG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27206D7-70D6-6974-4FCA-20AF64722719}"/>
              </a:ext>
            </a:extLst>
          </p:cNvPr>
          <p:cNvGrpSpPr/>
          <p:nvPr/>
        </p:nvGrpSpPr>
        <p:grpSpPr>
          <a:xfrm>
            <a:off x="838200" y="2679537"/>
            <a:ext cx="10506456" cy="2651070"/>
            <a:chOff x="0" y="2356122"/>
            <a:chExt cx="12192000" cy="307638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33AB2FF-4563-9D00-7A21-AF3E65BA5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356122"/>
              <a:ext cx="12192000" cy="214575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558FEF3-2B98-C67B-D1E5-932FBD85A4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4365644"/>
              <a:ext cx="12192000" cy="1066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437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04D9E-4AEB-AF0C-B22D-4D6766388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ABC1E25-A602-730C-02CE-31CEEB885DF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8025821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10788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54D78-9B28-FD7C-4604-EC32EB30F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SpaCy</a:t>
            </a:r>
            <a:r>
              <a:rPr lang="en-US" dirty="0"/>
              <a:t> +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C41B8-5975-6BB8-1755-D6D2D0006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Hybrid approach combines our custom </a:t>
            </a:r>
            <a:r>
              <a:rPr lang="en-US" dirty="0" err="1"/>
              <a:t>EntityRuler</a:t>
            </a:r>
            <a:r>
              <a:rPr lang="en-US" dirty="0"/>
              <a:t> component before the statistical NER component in the pipeline</a:t>
            </a:r>
          </a:p>
          <a:p>
            <a:r>
              <a:rPr lang="en-US" dirty="0"/>
              <a:t>Hard-coded patterns for known failures (e.g., "</a:t>
            </a:r>
            <a:r>
              <a:rPr lang="en-US" dirty="0" err="1"/>
              <a:t>Bundesministerium</a:t>
            </a:r>
            <a:r>
              <a:rPr lang="en-US" dirty="0"/>
              <a:t> für X") force the model to respect our domain knowledge first</a:t>
            </a:r>
          </a:p>
          <a:p>
            <a:pPr lvl="1"/>
            <a:r>
              <a:rPr lang="en-US" dirty="0"/>
              <a:t>From manual annotations</a:t>
            </a:r>
          </a:p>
          <a:p>
            <a:r>
              <a:rPr lang="en-US" dirty="0"/>
              <a:t>The model then only predicts on the remaining text, effectively filling in the gaps left by the rules</a:t>
            </a:r>
          </a:p>
          <a:p>
            <a:r>
              <a:rPr lang="en-US" dirty="0"/>
              <a:t>Aims to fix domain errors while keeping the generalization power with the ML model</a:t>
            </a:r>
          </a:p>
        </p:txBody>
      </p:sp>
    </p:spTree>
    <p:extLst>
      <p:ext uri="{BB962C8B-B14F-4D97-AF65-F5344CB8AC3E}">
        <p14:creationId xmlns:p14="http://schemas.microsoft.com/office/powerpoint/2010/main" val="1148987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810</Words>
  <Application>Microsoft Office PowerPoint</Application>
  <PresentationFormat>Breitbild</PresentationFormat>
  <Paragraphs>107</Paragraphs>
  <Slides>14</Slides>
  <Notes>14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Wingdings</vt:lpstr>
      <vt:lpstr>Office Theme</vt:lpstr>
      <vt:lpstr>Named Entity Recognition for German Legal Documents</vt:lpstr>
      <vt:lpstr>Task &amp; Dataset Overview</vt:lpstr>
      <vt:lpstr>Pipeline Architecture</vt:lpstr>
      <vt:lpstr>BERT &amp; DistilBERT</vt:lpstr>
      <vt:lpstr>Flair</vt:lpstr>
      <vt:lpstr>Rule-Based</vt:lpstr>
      <vt:lpstr>SpaCy</vt:lpstr>
      <vt:lpstr>Manual Annotation</vt:lpstr>
      <vt:lpstr>Manual Annotation Challenges</vt:lpstr>
      <vt:lpstr>Evaluation</vt:lpstr>
      <vt:lpstr>Results – PER </vt:lpstr>
      <vt:lpstr>Results – ORG </vt:lpstr>
      <vt:lpstr>Future Work</vt:lpstr>
      <vt:lpstr>SpaCy + Rules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 Milla</dc:creator>
  <cp:lastModifiedBy>Kilian Köck</cp:lastModifiedBy>
  <cp:revision>2</cp:revision>
  <dcterms:created xsi:type="dcterms:W3CDTF">2026-01-14T11:32:52Z</dcterms:created>
  <dcterms:modified xsi:type="dcterms:W3CDTF">2026-01-16T08:14:07Z</dcterms:modified>
</cp:coreProperties>
</file>